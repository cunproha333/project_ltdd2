
<file path=[Content_Types].xml><?xml version="1.0" encoding="utf-8"?>
<Types xmlns="http://schemas.openxmlformats.org/package/2006/content-types">
  <Default Extension="crdownload"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8"/>
  </p:notesMasterIdLst>
  <p:handoutMasterIdLst>
    <p:handoutMasterId r:id="rId19"/>
  </p:handoutMasterIdLst>
  <p:sldIdLst>
    <p:sldId id="256" r:id="rId2"/>
    <p:sldId id="257" r:id="rId3"/>
    <p:sldId id="260" r:id="rId4"/>
    <p:sldId id="262" r:id="rId5"/>
    <p:sldId id="261" r:id="rId6"/>
    <p:sldId id="263" r:id="rId7"/>
    <p:sldId id="272" r:id="rId8"/>
    <p:sldId id="27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F8E105A-EF7F-497D-9E20-1FDD68748AC6}" type="datetime1">
              <a:rPr lang="en-US" smtClean="0"/>
              <a:t>5/22/2019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28EE681-F0B9-49FA-AE9C-820804278A59}" type="slidenum">
              <a:rPr lang="en-US" smtClean="0"/>
              <a:t>‹#›</a:t>
            </a:fld>
            <a:endParaRPr lang="en-US"/>
          </a:p>
        </p:txBody>
      </p:sp>
    </p:spTree>
    <p:extLst>
      <p:ext uri="{BB962C8B-B14F-4D97-AF65-F5344CB8AC3E}">
        <p14:creationId xmlns:p14="http://schemas.microsoft.com/office/powerpoint/2010/main" val="165065250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13E881E-5D5F-412F-BFFE-5AA036851D53}" type="datetime1">
              <a:rPr lang="en-US" smtClean="0"/>
              <a:t>5/22/2019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46192B6-32C6-4E03-B4EC-EF81A274E5FF}" type="slidenum">
              <a:rPr lang="en-US" smtClean="0"/>
              <a:t>‹#›</a:t>
            </a:fld>
            <a:endParaRPr lang="en-US"/>
          </a:p>
        </p:txBody>
      </p:sp>
    </p:spTree>
    <p:extLst>
      <p:ext uri="{BB962C8B-B14F-4D97-AF65-F5344CB8AC3E}">
        <p14:creationId xmlns:p14="http://schemas.microsoft.com/office/powerpoint/2010/main" val="3815475483"/>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46192B6-32C6-4E03-B4EC-EF81A274E5FF}" type="slidenum">
              <a:rPr lang="en-US" smtClean="0"/>
              <a:t>1</a:t>
            </a:fld>
            <a:endParaRPr lang="en-US"/>
          </a:p>
        </p:txBody>
      </p:sp>
      <p:sp>
        <p:nvSpPr>
          <p:cNvPr id="5" name="Date Placeholder 4"/>
          <p:cNvSpPr>
            <a:spLocks noGrp="1"/>
          </p:cNvSpPr>
          <p:nvPr>
            <p:ph type="dt" idx="11"/>
          </p:nvPr>
        </p:nvSpPr>
        <p:spPr/>
        <p:txBody>
          <a:bodyPr/>
          <a:lstStyle/>
          <a:p>
            <a:fld id="{2712A49F-C10E-4D52-9087-964F7F8DD911}" type="datetime1">
              <a:rPr lang="en-US" smtClean="0"/>
              <a:t>5/22/2019</a:t>
            </a:fld>
            <a:endParaRPr lang="en-US"/>
          </a:p>
        </p:txBody>
      </p:sp>
    </p:spTree>
    <p:extLst>
      <p:ext uri="{BB962C8B-B14F-4D97-AF65-F5344CB8AC3E}">
        <p14:creationId xmlns:p14="http://schemas.microsoft.com/office/powerpoint/2010/main" val="4158202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pPr eaLnBrk="1" latinLnBrk="0" hangingPunct="1"/>
            <a:fld id="{549512AA-5CC5-425E-8D66-2C7AFFF13ACA}" type="datetime1">
              <a:rPr lang="en-US" smtClean="0"/>
              <a:t>5/22/2019</a:t>
            </a:fld>
            <a:endParaRPr lang="en-US" dirty="0"/>
          </a:p>
        </p:txBody>
      </p:sp>
      <p:sp>
        <p:nvSpPr>
          <p:cNvPr id="17" name="Footer Placeholder 16"/>
          <p:cNvSpPr>
            <a:spLocks noGrp="1"/>
          </p:cNvSpPr>
          <p:nvPr>
            <p:ph type="ftr" sz="quarter" idx="11"/>
          </p:nvPr>
        </p:nvSpPr>
        <p:spPr bwMode="auto">
          <a:xfrm rot="5400000">
            <a:off x="7077269" y="4181669"/>
            <a:ext cx="3657600" cy="384048"/>
          </a:xfrm>
        </p:spPr>
        <p:txBody>
          <a:bodyPr/>
          <a:lstStyle/>
          <a:p>
            <a:r>
              <a:rPr kumimoji="0" lang="en-US"/>
              <a:t>NHÓM 9</a:t>
            </a:r>
            <a:endParaRPr kumimoji="0" lang="en-US" dirty="0"/>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2BBB5E19-F10A-4C2F-BF6F-11C513378A2E}" type="slidenum">
              <a:rPr kumimoji="0" lang="en-US" smtClean="0"/>
              <a:pPr eaLnBrk="1" latinLnBrk="0" hangingPunct="1"/>
              <a:t>‹#›</a:t>
            </a:fld>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pPr algn="r" eaLnBrk="1" latinLnBrk="0" hangingPunct="1"/>
            <a:fld id="{B2E7D6A1-F20D-4329-A79B-A3E0C8244C8D}" type="datetime1">
              <a:rPr lang="en-US" smtClean="0"/>
              <a:t>5/22/2019</a:t>
            </a:fld>
            <a:endParaRPr lang="en-US"/>
          </a:p>
        </p:txBody>
      </p:sp>
      <p:sp>
        <p:nvSpPr>
          <p:cNvPr id="9" name="Slide Number Placeholder 8"/>
          <p:cNvSpPr>
            <a:spLocks noGrp="1"/>
          </p:cNvSpPr>
          <p:nvPr>
            <p:ph type="sldNum" sz="quarter" idx="15"/>
          </p:nvPr>
        </p:nvSpPr>
        <p:spPr/>
        <p:txBody>
          <a:bodyPr rtlCol="0"/>
          <a:lstStyle/>
          <a:p>
            <a:pPr algn="ctr" eaLnBrk="1" latinLnBrk="0" hangingPunct="1"/>
            <a:fld id="{2BBB5E19-F10A-4C2F-BF6F-11C513378A2E}" type="slidenum">
              <a:rPr kumimoji="0" lang="en-US" smtClean="0"/>
              <a:pPr algn="ctr" eaLnBrk="1" latinLnBrk="0" hangingPunct="1"/>
              <a:t>‹#›</a:t>
            </a:fld>
            <a:endParaRPr kumimoji="0" lang="en-US"/>
          </a:p>
        </p:txBody>
      </p:sp>
      <p:sp>
        <p:nvSpPr>
          <p:cNvPr id="10" name="Footer Placeholder 9"/>
          <p:cNvSpPr>
            <a:spLocks noGrp="1"/>
          </p:cNvSpPr>
          <p:nvPr>
            <p:ph type="ftr" sz="quarter" idx="16"/>
          </p:nvPr>
        </p:nvSpPr>
        <p:spPr/>
        <p:txBody>
          <a:bodyPr rtlCol="0"/>
          <a:lstStyle/>
          <a:p>
            <a:r>
              <a:rPr kumimoji="0" lang="en-US"/>
              <a:t>NHÓM 9</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pPr eaLnBrk="1" latinLnBrk="0" hangingPunct="1"/>
            <a:fld id="{031D6A18-511F-45CF-B7D7-E3AD7277C64D}" type="datetime1">
              <a:rPr lang="en-US" smtClean="0"/>
              <a:t>5/22/2019</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r>
              <a:rPr kumimoji="0" lang="en-US"/>
              <a:t>NHÓM 9</a:t>
            </a:r>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2BBB5E19-F10A-4C2F-BF6F-11C513378A2E}" type="slidenum">
              <a:rPr kumimoji="0" lang="en-US" smtClean="0"/>
              <a:pPr eaLnBrk="1" latinLnBrk="0" hangingPunct="1"/>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BD4706BD-B5CD-4CA5-9675-C9D2F4A6C5F7}" type="datetime1">
              <a:rPr lang="en-US" smtClean="0"/>
              <a:t>5/22/2019</a:t>
            </a:fld>
            <a:endParaRPr lang="en-US"/>
          </a:p>
        </p:txBody>
      </p:sp>
      <p:sp>
        <p:nvSpPr>
          <p:cNvPr id="6" name="Footer Placeholder 5"/>
          <p:cNvSpPr>
            <a:spLocks noGrp="1"/>
          </p:cNvSpPr>
          <p:nvPr>
            <p:ph type="ftr" sz="quarter" idx="11"/>
          </p:nvPr>
        </p:nvSpPr>
        <p:spPr/>
        <p:txBody>
          <a:bodyPr/>
          <a:lstStyle/>
          <a:p>
            <a:r>
              <a:rPr kumimoji="0" lang="en-US"/>
              <a:t>NHÓM 9</a:t>
            </a:r>
          </a:p>
        </p:txBody>
      </p:sp>
      <p:sp>
        <p:nvSpPr>
          <p:cNvPr id="7" name="Slide Number Placeholder 6"/>
          <p:cNvSpPr>
            <a:spLocks noGrp="1"/>
          </p:cNvSpPr>
          <p:nvPr>
            <p:ph type="sldNum" sz="quarter" idx="12"/>
          </p:nvPr>
        </p:nvSpPr>
        <p:spPr/>
        <p:txBody>
          <a:bodyPr/>
          <a:lstStyle/>
          <a:p>
            <a:fld id="{2BBB5E19-F10A-4C2F-BF6F-11C513378A2E}" type="slidenum">
              <a:rPr kumimoji="0" lang="en-US" smtClean="0"/>
              <a:pPr eaLnBrk="1" latinLnBrk="0" hangingPunct="1"/>
              <a:t>‹#›</a:t>
            </a:fld>
            <a:endParaRPr kumimoji="0"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pPr eaLnBrk="1" latinLnBrk="0" hangingPunct="1"/>
            <a:fld id="{37A1F067-9D7D-43E5-99AB-5F98126CAED3}" type="datetime1">
              <a:rPr lang="en-US" smtClean="0"/>
              <a:t>5/22/2019</a:t>
            </a:fld>
            <a:endParaRPr lang="en-US"/>
          </a:p>
        </p:txBody>
      </p:sp>
      <p:sp>
        <p:nvSpPr>
          <p:cNvPr id="8" name="Footer Placeholder 7"/>
          <p:cNvSpPr>
            <a:spLocks noGrp="1"/>
          </p:cNvSpPr>
          <p:nvPr>
            <p:ph type="ftr" sz="quarter" idx="11"/>
          </p:nvPr>
        </p:nvSpPr>
        <p:spPr/>
        <p:txBody>
          <a:bodyPr/>
          <a:lstStyle/>
          <a:p>
            <a:r>
              <a:rPr kumimoji="0" lang="en-US"/>
              <a:t>NHÓM 9</a:t>
            </a:r>
          </a:p>
        </p:txBody>
      </p:sp>
      <p:sp>
        <p:nvSpPr>
          <p:cNvPr id="9" name="Slide Number Placeholder 8"/>
          <p:cNvSpPr>
            <a:spLocks noGrp="1"/>
          </p:cNvSpPr>
          <p:nvPr>
            <p:ph type="sldNum" sz="quarter" idx="12"/>
          </p:nvPr>
        </p:nvSpPr>
        <p:spPr/>
        <p:txBody>
          <a:bodyPr/>
          <a:lstStyle/>
          <a:p>
            <a:fld id="{2BBB5E19-F10A-4C2F-BF6F-11C513378A2E}" type="slidenum">
              <a:rPr kumimoji="0" lang="en-US" smtClean="0"/>
              <a:pPr eaLnBrk="1" latinLnBrk="0" hangingPunct="1"/>
              <a:t>‹#›</a:t>
            </a:fld>
            <a:endParaRPr kumimoji="0"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pPr algn="r" eaLnBrk="1" latinLnBrk="0" hangingPunct="1"/>
            <a:fld id="{A30D20EB-252E-421C-835B-7B0C60BD66D3}" type="datetime1">
              <a:rPr lang="en-US" smtClean="0"/>
              <a:t>5/22/2019</a:t>
            </a:fld>
            <a:endParaRPr lang="en-US"/>
          </a:p>
        </p:txBody>
      </p:sp>
      <p:sp>
        <p:nvSpPr>
          <p:cNvPr id="7" name="Slide Number Placeholder 6"/>
          <p:cNvSpPr>
            <a:spLocks noGrp="1"/>
          </p:cNvSpPr>
          <p:nvPr>
            <p:ph type="sldNum" sz="quarter" idx="11"/>
          </p:nvPr>
        </p:nvSpPr>
        <p:spPr/>
        <p:txBody>
          <a:bodyPr rtlCol="0"/>
          <a:lstStyle/>
          <a:p>
            <a:pPr algn="ctr" eaLnBrk="1" latinLnBrk="0" hangingPunct="1"/>
            <a:fld id="{2BBB5E19-F10A-4C2F-BF6F-11C513378A2E}" type="slidenum">
              <a:rPr kumimoji="0" lang="en-US" smtClean="0"/>
              <a:pPr algn="ctr" eaLnBrk="1" latinLnBrk="0" hangingPunct="1"/>
              <a:t>‹#›</a:t>
            </a:fld>
            <a:endParaRPr kumimoji="0" lang="en-US"/>
          </a:p>
        </p:txBody>
      </p:sp>
      <p:sp>
        <p:nvSpPr>
          <p:cNvPr id="8" name="Footer Placeholder 7"/>
          <p:cNvSpPr>
            <a:spLocks noGrp="1"/>
          </p:cNvSpPr>
          <p:nvPr>
            <p:ph type="ftr" sz="quarter" idx="12"/>
          </p:nvPr>
        </p:nvSpPr>
        <p:spPr/>
        <p:txBody>
          <a:bodyPr rtlCol="0"/>
          <a:lstStyle/>
          <a:p>
            <a:r>
              <a:rPr kumimoji="0" lang="en-US"/>
              <a:t>NHÓM 9</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9B75F95D-DEAB-48DD-848D-7CE23EF040D9}" type="datetime1">
              <a:rPr lang="en-US" smtClean="0"/>
              <a:t>5/22/2019</a:t>
            </a:fld>
            <a:endParaRPr lang="en-US"/>
          </a:p>
        </p:txBody>
      </p:sp>
      <p:sp>
        <p:nvSpPr>
          <p:cNvPr id="3" name="Footer Placeholder 2"/>
          <p:cNvSpPr>
            <a:spLocks noGrp="1"/>
          </p:cNvSpPr>
          <p:nvPr>
            <p:ph type="ftr" sz="quarter" idx="11"/>
          </p:nvPr>
        </p:nvSpPr>
        <p:spPr/>
        <p:txBody>
          <a:bodyPr/>
          <a:lstStyle/>
          <a:p>
            <a:r>
              <a:rPr kumimoji="0" lang="en-US"/>
              <a:t>NHÓM 9</a:t>
            </a:r>
          </a:p>
        </p:txBody>
      </p:sp>
      <p:sp>
        <p:nvSpPr>
          <p:cNvPr id="4" name="Slide Number Placeholder 3"/>
          <p:cNvSpPr>
            <a:spLocks noGrp="1"/>
          </p:cNvSpPr>
          <p:nvPr>
            <p:ph type="sldNum" sz="quarter" idx="12"/>
          </p:nvPr>
        </p:nvSpPr>
        <p:spPr/>
        <p:txBody>
          <a:bodyPr/>
          <a:lstStyle/>
          <a:p>
            <a:fld id="{2BBB5E19-F10A-4C2F-BF6F-11C513378A2E}" type="slidenum">
              <a:rPr kumimoji="0" lang="en-US" smtClean="0"/>
              <a:pPr eaLnBrk="1" latinLnBrk="0" hangingPunct="1"/>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pPr algn="r" eaLnBrk="1" latinLnBrk="0" hangingPunct="1"/>
            <a:fld id="{5B607DE6-874D-498E-AD1F-C5044D4E1AB8}" type="datetime1">
              <a:rPr lang="en-US" smtClean="0"/>
              <a:t>5/22/2019</a:t>
            </a:fld>
            <a:endParaRPr lang="en-US" dirty="0"/>
          </a:p>
        </p:txBody>
      </p:sp>
      <p:sp>
        <p:nvSpPr>
          <p:cNvPr id="22" name="Slide Number Placeholder 21"/>
          <p:cNvSpPr>
            <a:spLocks noGrp="1"/>
          </p:cNvSpPr>
          <p:nvPr>
            <p:ph type="sldNum" sz="quarter" idx="15"/>
          </p:nvPr>
        </p:nvSpPr>
        <p:spPr/>
        <p:txBody>
          <a:bodyPr rtlCol="0"/>
          <a:lstStyle/>
          <a:p>
            <a:pPr algn="ctr" eaLnBrk="1" latinLnBrk="0" hangingPunct="1"/>
            <a:fld id="{2BBB5E19-F10A-4C2F-BF6F-11C513378A2E}" type="slidenum">
              <a:rPr kumimoji="0" lang="en-US" smtClean="0"/>
              <a:pPr algn="ctr" eaLnBrk="1" latinLnBrk="0" hangingPunct="1"/>
              <a:t>‹#›</a:t>
            </a:fld>
            <a:endParaRPr kumimoji="0" lang="en-US"/>
          </a:p>
        </p:txBody>
      </p:sp>
      <p:sp>
        <p:nvSpPr>
          <p:cNvPr id="23" name="Footer Placeholder 22"/>
          <p:cNvSpPr>
            <a:spLocks noGrp="1"/>
          </p:cNvSpPr>
          <p:nvPr>
            <p:ph type="ftr" sz="quarter" idx="16"/>
          </p:nvPr>
        </p:nvSpPr>
        <p:spPr/>
        <p:txBody>
          <a:bodyPr rtlCol="0"/>
          <a:lstStyle/>
          <a:p>
            <a:r>
              <a:rPr kumimoji="0" lang="en-US"/>
              <a:t>NHÓM 9</a:t>
            </a: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pPr algn="r" eaLnBrk="1" latinLnBrk="0" hangingPunct="1"/>
            <a:fld id="{512644AE-5666-40FC-AFDA-8ACC3ACEA3F5}" type="datetime1">
              <a:rPr lang="en-US" smtClean="0"/>
              <a:t>5/22/2019</a:t>
            </a:fld>
            <a:endParaRPr lang="en-US"/>
          </a:p>
        </p:txBody>
      </p:sp>
      <p:sp>
        <p:nvSpPr>
          <p:cNvPr id="18" name="Slide Number Placeholder 17"/>
          <p:cNvSpPr>
            <a:spLocks noGrp="1"/>
          </p:cNvSpPr>
          <p:nvPr>
            <p:ph type="sldNum" sz="quarter" idx="11"/>
          </p:nvPr>
        </p:nvSpPr>
        <p:spPr/>
        <p:txBody>
          <a:bodyPr rtlCol="0"/>
          <a:lstStyle/>
          <a:p>
            <a:pPr algn="ctr" eaLnBrk="1" latinLnBrk="0" hangingPunct="1"/>
            <a:fld id="{2BBB5E19-F10A-4C2F-BF6F-11C513378A2E}" type="slidenum">
              <a:rPr kumimoji="0" lang="en-US" smtClean="0"/>
              <a:pPr algn="ctr" eaLnBrk="1" latinLnBrk="0" hangingPunct="1"/>
              <a:t>‹#›</a:t>
            </a:fld>
            <a:endParaRPr kumimoji="0" lang="en-US"/>
          </a:p>
        </p:txBody>
      </p:sp>
      <p:sp>
        <p:nvSpPr>
          <p:cNvPr id="21" name="Footer Placeholder 20"/>
          <p:cNvSpPr>
            <a:spLocks noGrp="1"/>
          </p:cNvSpPr>
          <p:nvPr>
            <p:ph type="ftr" sz="quarter" idx="12"/>
          </p:nvPr>
        </p:nvSpPr>
        <p:spPr/>
        <p:txBody>
          <a:bodyPr rtlCol="0"/>
          <a:lstStyle/>
          <a:p>
            <a:r>
              <a:rPr kumimoji="0" lang="en-US"/>
              <a:t>NHÓM 9</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DA66A69C-8ED8-41E4-BEC4-282506626D31}" type="datetime1">
              <a:rPr lang="en-US" smtClean="0"/>
              <a:t>5/22/2019</a:t>
            </a:fld>
            <a:endParaRPr lang="en-US"/>
          </a:p>
        </p:txBody>
      </p:sp>
      <p:sp>
        <p:nvSpPr>
          <p:cNvPr id="5" name="Footer Placeholder 4"/>
          <p:cNvSpPr>
            <a:spLocks noGrp="1"/>
          </p:cNvSpPr>
          <p:nvPr>
            <p:ph type="ftr" sz="quarter" idx="11"/>
          </p:nvPr>
        </p:nvSpPr>
        <p:spPr/>
        <p:txBody>
          <a:bodyPr/>
          <a:lstStyle/>
          <a:p>
            <a:r>
              <a:rPr kumimoji="0" lang="en-US"/>
              <a:t>NHÓM 9</a:t>
            </a:r>
          </a:p>
        </p:txBody>
      </p:sp>
      <p:sp>
        <p:nvSpPr>
          <p:cNvPr id="6" name="Slide Number Placeholder 5"/>
          <p:cNvSpPr>
            <a:spLocks noGrp="1"/>
          </p:cNvSpPr>
          <p:nvPr>
            <p:ph type="sldNum" sz="quarter" idx="12"/>
          </p:nvPr>
        </p:nvSpPr>
        <p:spPr/>
        <p:txBody>
          <a:bodyPr/>
          <a:lstStyle/>
          <a:p>
            <a:fld id="{2BBB5E19-F10A-4C2F-BF6F-11C513378A2E}" type="slidenum">
              <a:rPr kumimoji="0" lang="en-US" smtClean="0"/>
              <a:pPr eaLnBrk="1" latinLnBrk="0" hangingPunct="1"/>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4E10989A-4980-4D19-9A06-F5F681EFC3B2}" type="datetime1">
              <a:rPr lang="en-US" smtClean="0"/>
              <a:t>5/22/2019</a:t>
            </a:fld>
            <a:endParaRPr lang="en-US"/>
          </a:p>
        </p:txBody>
      </p:sp>
      <p:sp>
        <p:nvSpPr>
          <p:cNvPr id="5" name="Footer Placeholder 4"/>
          <p:cNvSpPr>
            <a:spLocks noGrp="1"/>
          </p:cNvSpPr>
          <p:nvPr>
            <p:ph type="ftr" sz="quarter" idx="11"/>
          </p:nvPr>
        </p:nvSpPr>
        <p:spPr/>
        <p:txBody>
          <a:bodyPr/>
          <a:lstStyle/>
          <a:p>
            <a:r>
              <a:rPr kumimoji="0" lang="en-US"/>
              <a:t>NHÓM 9</a:t>
            </a:r>
          </a:p>
        </p:txBody>
      </p:sp>
      <p:sp>
        <p:nvSpPr>
          <p:cNvPr id="6" name="Slide Number Placeholder 5"/>
          <p:cNvSpPr>
            <a:spLocks noGrp="1"/>
          </p:cNvSpPr>
          <p:nvPr>
            <p:ph type="sldNum" sz="quarter" idx="12"/>
          </p:nvPr>
        </p:nvSpPr>
        <p:spPr/>
        <p:txBody>
          <a:bodyPr/>
          <a:lstStyle/>
          <a:p>
            <a:fld id="{2BBB5E19-F10A-4C2F-BF6F-11C513378A2E}" type="slidenum">
              <a:rPr kumimoji="0" lang="en-US" smtClean="0"/>
              <a:pPr eaLnBrk="1" latinLnBrk="0" hangingPunct="1"/>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pPr algn="r" eaLnBrk="1" latinLnBrk="0" hangingPunct="1"/>
            <a:fld id="{30C8EEA7-D13A-404F-86BD-BC3B3F8F2BB8}" type="datetime1">
              <a:rPr lang="en-US" smtClean="0"/>
              <a:t>5/22/2019</a:t>
            </a:fld>
            <a:endParaRPr lang="en-US" dirty="0">
              <a:solidFill>
                <a:schemeClr val="tx2"/>
              </a:solidFill>
            </a:endParaRPr>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pPr algn="l" eaLnBrk="1" latinLnBrk="0" hangingPunct="1"/>
            <a:r>
              <a:rPr kumimoji="0" lang="en-US">
                <a:solidFill>
                  <a:schemeClr val="tx2"/>
                </a:solidFill>
              </a:rPr>
              <a:t>NHÓM 9</a:t>
            </a:r>
            <a:endParaRPr kumimoji="0" lang="en-US" dirty="0">
              <a:solidFill>
                <a:schemeClr val="tx2"/>
              </a:solidFill>
            </a:endParaRPr>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crdownload"/><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33600" y="457200"/>
            <a:ext cx="6172200" cy="990600"/>
          </a:xfrm>
        </p:spPr>
        <p:txBody>
          <a:bodyPr>
            <a:normAutofit/>
          </a:bodyPr>
          <a:lstStyle/>
          <a:p>
            <a:pPr algn="ctr"/>
            <a:r>
              <a:rPr lang="en-US" sz="4000" dirty="0"/>
              <a:t>NHÓM 9</a:t>
            </a:r>
          </a:p>
        </p:txBody>
      </p:sp>
      <p:sp>
        <p:nvSpPr>
          <p:cNvPr id="3" name="Subtitle 2"/>
          <p:cNvSpPr>
            <a:spLocks noGrp="1"/>
          </p:cNvSpPr>
          <p:nvPr>
            <p:ph type="subTitle" idx="1"/>
          </p:nvPr>
        </p:nvSpPr>
        <p:spPr>
          <a:xfrm>
            <a:off x="2286000" y="1447800"/>
            <a:ext cx="6553200" cy="5105400"/>
          </a:xfrm>
        </p:spPr>
        <p:txBody>
          <a:bodyPr>
            <a:noAutofit/>
          </a:bodyPr>
          <a:lstStyle/>
          <a:p>
            <a:r>
              <a:rPr lang="en-US" sz="2000" dirty="0" err="1"/>
              <a:t>Thành</a:t>
            </a:r>
            <a:r>
              <a:rPr lang="en-US" sz="2000" dirty="0"/>
              <a:t> </a:t>
            </a:r>
            <a:r>
              <a:rPr lang="en-US" sz="2000" dirty="0" err="1"/>
              <a:t>viên</a:t>
            </a:r>
            <a:r>
              <a:rPr lang="en-US" sz="2000" dirty="0"/>
              <a:t>:</a:t>
            </a:r>
          </a:p>
          <a:p>
            <a:pPr marL="285750" indent="-285750">
              <a:buFont typeface="Wingdings" pitchFamily="2" charset="2"/>
              <a:buChar char="Ø"/>
            </a:pPr>
            <a:r>
              <a:rPr lang="en-US" sz="2000" dirty="0" err="1"/>
              <a:t>Nguyễn</a:t>
            </a:r>
            <a:r>
              <a:rPr lang="en-US" sz="2000" dirty="0"/>
              <a:t> </a:t>
            </a:r>
            <a:r>
              <a:rPr lang="en-US" sz="2000" dirty="0" err="1"/>
              <a:t>Quang</a:t>
            </a:r>
            <a:r>
              <a:rPr lang="en-US" sz="2000" dirty="0"/>
              <a:t> </a:t>
            </a:r>
            <a:r>
              <a:rPr lang="en-US" sz="2000" dirty="0" err="1"/>
              <a:t>Huy</a:t>
            </a:r>
            <a:endParaRPr lang="en-US" sz="2000" dirty="0"/>
          </a:p>
          <a:p>
            <a:pPr marL="285750" indent="-285750">
              <a:buFont typeface="Wingdings" pitchFamily="2" charset="2"/>
              <a:buChar char="Ø"/>
            </a:pPr>
            <a:r>
              <a:rPr lang="en-US" sz="2000" dirty="0" err="1"/>
              <a:t>Nguyễn</a:t>
            </a:r>
            <a:r>
              <a:rPr lang="en-US" sz="2000" dirty="0"/>
              <a:t> </a:t>
            </a:r>
            <a:r>
              <a:rPr lang="en-US" sz="2000" dirty="0" err="1"/>
              <a:t>Võ</a:t>
            </a:r>
            <a:r>
              <a:rPr lang="en-US" sz="2000" dirty="0"/>
              <a:t> </a:t>
            </a:r>
            <a:r>
              <a:rPr lang="en-US" sz="2000" dirty="0" err="1"/>
              <a:t>Thái</a:t>
            </a:r>
            <a:r>
              <a:rPr lang="en-US" sz="2000" dirty="0"/>
              <a:t> </a:t>
            </a:r>
            <a:r>
              <a:rPr lang="en-US" sz="2000" dirty="0" err="1"/>
              <a:t>Sơn</a:t>
            </a:r>
            <a:endParaRPr lang="en-US" sz="2000" dirty="0"/>
          </a:p>
          <a:p>
            <a:pPr marL="285750" indent="-285750">
              <a:buFont typeface="Wingdings" pitchFamily="2" charset="2"/>
              <a:buChar char="Ø"/>
            </a:pPr>
            <a:r>
              <a:rPr lang="en-US" sz="2000" dirty="0" err="1"/>
              <a:t>Trần</a:t>
            </a:r>
            <a:r>
              <a:rPr lang="en-US" sz="2000" dirty="0"/>
              <a:t> </a:t>
            </a:r>
            <a:r>
              <a:rPr lang="en-US" sz="2000" dirty="0" err="1"/>
              <a:t>Vũ</a:t>
            </a:r>
            <a:r>
              <a:rPr lang="en-US" sz="2000" dirty="0"/>
              <a:t> </a:t>
            </a:r>
            <a:r>
              <a:rPr lang="en-US" sz="2000" dirty="0" err="1"/>
              <a:t>Trà</a:t>
            </a:r>
            <a:r>
              <a:rPr lang="en-US" sz="2000" dirty="0"/>
              <a:t> Vi</a:t>
            </a:r>
          </a:p>
          <a:p>
            <a:pPr marL="285750" indent="-285750">
              <a:buFont typeface="Wingdings" pitchFamily="2" charset="2"/>
              <a:buChar char="Ø"/>
            </a:pPr>
            <a:r>
              <a:rPr lang="en-US" sz="2000" dirty="0" err="1"/>
              <a:t>Nguyễn</a:t>
            </a:r>
            <a:r>
              <a:rPr lang="en-US" sz="2000" dirty="0"/>
              <a:t> </a:t>
            </a:r>
            <a:r>
              <a:rPr lang="en-US" sz="2000" dirty="0" err="1"/>
              <a:t>Thế</a:t>
            </a:r>
            <a:r>
              <a:rPr lang="en-US" sz="2000" dirty="0"/>
              <a:t> </a:t>
            </a:r>
            <a:r>
              <a:rPr lang="en-US" sz="2000" dirty="0" err="1"/>
              <a:t>Bảo</a:t>
            </a:r>
            <a:endParaRPr lang="en-US" sz="20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4200" y="3505200"/>
            <a:ext cx="4571999" cy="2362200"/>
          </a:xfrm>
          <a:prstGeom prst="rect">
            <a:avLst/>
          </a:prstGeom>
        </p:spPr>
      </p:pic>
    </p:spTree>
    <p:extLst>
      <p:ext uri="{BB962C8B-B14F-4D97-AF65-F5344CB8AC3E}">
        <p14:creationId xmlns:p14="http://schemas.microsoft.com/office/powerpoint/2010/main" val="667050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a:t>Đề</a:t>
            </a:r>
            <a:r>
              <a:rPr lang="en-US" b="1" dirty="0"/>
              <a:t> </a:t>
            </a:r>
            <a:r>
              <a:rPr lang="en-US" b="1" dirty="0" err="1"/>
              <a:t>tài</a:t>
            </a:r>
            <a:r>
              <a:rPr lang="en-US" b="1" dirty="0"/>
              <a:t>: </a:t>
            </a:r>
            <a:r>
              <a:rPr lang="en-US" b="1" dirty="0" err="1"/>
              <a:t>quản</a:t>
            </a:r>
            <a:r>
              <a:rPr lang="en-US" b="1" dirty="0"/>
              <a:t> </a:t>
            </a:r>
            <a:r>
              <a:rPr lang="en-US" b="1" dirty="0" err="1"/>
              <a:t>lý</a:t>
            </a:r>
            <a:r>
              <a:rPr lang="en-US" b="1" dirty="0"/>
              <a:t> </a:t>
            </a:r>
            <a:r>
              <a:rPr lang="en-US" b="1" dirty="0" err="1"/>
              <a:t>nhân</a:t>
            </a:r>
            <a:r>
              <a:rPr lang="en-US" b="1" dirty="0"/>
              <a:t> </a:t>
            </a:r>
            <a:r>
              <a:rPr lang="en-US" b="1" dirty="0" err="1"/>
              <a:t>viên</a:t>
            </a:r>
            <a:endParaRPr lang="en-US" b="1" dirty="0"/>
          </a:p>
        </p:txBody>
      </p:sp>
      <p:sp>
        <p:nvSpPr>
          <p:cNvPr id="3" name="Content Placeholder 2"/>
          <p:cNvSpPr>
            <a:spLocks noGrp="1"/>
          </p:cNvSpPr>
          <p:nvPr>
            <p:ph sz="quarter" idx="1"/>
          </p:nvPr>
        </p:nvSpPr>
        <p:spPr>
          <a:xfrm>
            <a:off x="457200" y="2057400"/>
            <a:ext cx="7467600" cy="4416552"/>
          </a:xfrm>
        </p:spPr>
        <p:txBody>
          <a:bodyPr>
            <a:normAutofit/>
          </a:bodyPr>
          <a:lstStyle/>
          <a:p>
            <a:r>
              <a:rPr lang="en-US" sz="2800" dirty="0" err="1"/>
              <a:t>Vì</a:t>
            </a:r>
            <a:r>
              <a:rPr lang="en-US" sz="2800" dirty="0"/>
              <a:t> </a:t>
            </a:r>
            <a:r>
              <a:rPr lang="en-US" sz="2800" dirty="0" err="1"/>
              <a:t>sao</a:t>
            </a:r>
            <a:r>
              <a:rPr lang="en-US" sz="2800" dirty="0"/>
              <a:t> </a:t>
            </a:r>
            <a:r>
              <a:rPr lang="en-US" sz="2800" dirty="0" err="1"/>
              <a:t>chọn</a:t>
            </a:r>
            <a:r>
              <a:rPr lang="en-US" sz="2800" dirty="0"/>
              <a:t> </a:t>
            </a:r>
            <a:r>
              <a:rPr lang="en-US" sz="2800" dirty="0" err="1"/>
              <a:t>chủ</a:t>
            </a:r>
            <a:r>
              <a:rPr lang="en-US" sz="2800" dirty="0"/>
              <a:t> </a:t>
            </a:r>
            <a:r>
              <a:rPr lang="en-US" sz="2800" dirty="0" err="1"/>
              <a:t>đề</a:t>
            </a:r>
            <a:r>
              <a:rPr lang="en-US" sz="2800" dirty="0"/>
              <a:t> </a:t>
            </a:r>
            <a:r>
              <a:rPr lang="en-US" sz="2800" dirty="0" err="1"/>
              <a:t>đó</a:t>
            </a:r>
            <a:r>
              <a:rPr lang="en-US" sz="2800" dirty="0"/>
              <a:t>?</a:t>
            </a:r>
          </a:p>
          <a:p>
            <a:r>
              <a:rPr lang="en-US" sz="2800" dirty="0" err="1"/>
              <a:t>Tại</a:t>
            </a:r>
            <a:r>
              <a:rPr lang="en-US" sz="2800" dirty="0"/>
              <a:t> </a:t>
            </a:r>
            <a:r>
              <a:rPr lang="en-US" sz="2800" dirty="0" err="1"/>
              <a:t>sao</a:t>
            </a:r>
            <a:r>
              <a:rPr lang="en-US" sz="2800" dirty="0"/>
              <a:t>?</a:t>
            </a:r>
          </a:p>
          <a:p>
            <a:r>
              <a:rPr lang="en-US" sz="2800" dirty="0" err="1"/>
              <a:t>Làm</a:t>
            </a:r>
            <a:r>
              <a:rPr lang="en-US" sz="2800" dirty="0"/>
              <a:t> </a:t>
            </a:r>
            <a:r>
              <a:rPr lang="en-US" sz="2800" dirty="0" err="1"/>
              <a:t>như</a:t>
            </a:r>
            <a:r>
              <a:rPr lang="en-US" sz="2800" dirty="0"/>
              <a:t> </a:t>
            </a:r>
            <a:r>
              <a:rPr lang="en-US" sz="2800" dirty="0" err="1"/>
              <a:t>thế</a:t>
            </a:r>
            <a:r>
              <a:rPr lang="en-US" sz="2800" dirty="0"/>
              <a:t> </a:t>
            </a:r>
            <a:r>
              <a:rPr lang="en-US" sz="2800" dirty="0" err="1"/>
              <a:t>nào</a:t>
            </a:r>
            <a:r>
              <a:rPr lang="en-US" sz="2800" dirty="0"/>
              <a:t>?</a:t>
            </a:r>
          </a:p>
        </p:txBody>
      </p:sp>
      <p:sp>
        <p:nvSpPr>
          <p:cNvPr id="4" name="Date Placeholder 3"/>
          <p:cNvSpPr>
            <a:spLocks noGrp="1"/>
          </p:cNvSpPr>
          <p:nvPr>
            <p:ph type="dt" sz="half" idx="14"/>
          </p:nvPr>
        </p:nvSpPr>
        <p:spPr/>
        <p:txBody>
          <a:bodyPr/>
          <a:lstStyle/>
          <a:p>
            <a:pPr algn="r" eaLnBrk="1" latinLnBrk="0" hangingPunct="1"/>
            <a:fld id="{B7AE4B77-A0B0-485B-8E52-CD276437089E}" type="datetime1">
              <a:rPr lang="en-US" smtClean="0"/>
              <a:t>5/22/2019</a:t>
            </a:fld>
            <a:endParaRPr lang="en-US" dirty="0"/>
          </a:p>
        </p:txBody>
      </p:sp>
      <p:sp>
        <p:nvSpPr>
          <p:cNvPr id="5" name="Footer Placeholder 4"/>
          <p:cNvSpPr>
            <a:spLocks noGrp="1"/>
          </p:cNvSpPr>
          <p:nvPr>
            <p:ph type="ftr" sz="quarter" idx="16"/>
          </p:nvPr>
        </p:nvSpPr>
        <p:spPr/>
        <p:txBody>
          <a:bodyPr/>
          <a:lstStyle/>
          <a:p>
            <a:r>
              <a:rPr kumimoji="0" lang="en-US" dirty="0"/>
              <a:t>NHÓM 9</a:t>
            </a:r>
          </a:p>
        </p:txBody>
      </p:sp>
      <p:sp>
        <p:nvSpPr>
          <p:cNvPr id="6" name="Slide Number Placeholder 5"/>
          <p:cNvSpPr>
            <a:spLocks noGrp="1"/>
          </p:cNvSpPr>
          <p:nvPr>
            <p:ph type="sldNum" sz="quarter" idx="15"/>
          </p:nvPr>
        </p:nvSpPr>
        <p:spPr/>
        <p:txBody>
          <a:bodyPr/>
          <a:lstStyle/>
          <a:p>
            <a:pPr algn="ctr" eaLnBrk="1" latinLnBrk="0" hangingPunct="1"/>
            <a:fld id="{2BBB5E19-F10A-4C2F-BF6F-11C513378A2E}" type="slidenum">
              <a:rPr kumimoji="0" lang="en-US" smtClean="0"/>
              <a:pPr algn="ctr" eaLnBrk="1" latinLnBrk="0" hangingPunct="1"/>
              <a:t>2</a:t>
            </a:fld>
            <a:endParaRPr kumimoji="0"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2400" y="3403854"/>
            <a:ext cx="3810000" cy="2590800"/>
          </a:xfrm>
          <a:prstGeom prst="rect">
            <a:avLst/>
          </a:prstGeom>
        </p:spPr>
      </p:pic>
    </p:spTree>
    <p:extLst>
      <p:ext uri="{BB962C8B-B14F-4D97-AF65-F5344CB8AC3E}">
        <p14:creationId xmlns:p14="http://schemas.microsoft.com/office/powerpoint/2010/main" val="2439422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a:t>Đề</a:t>
            </a:r>
            <a:r>
              <a:rPr lang="en-US" b="1" dirty="0"/>
              <a:t> </a:t>
            </a:r>
            <a:r>
              <a:rPr lang="en-US" b="1" dirty="0" err="1"/>
              <a:t>tài</a:t>
            </a:r>
            <a:r>
              <a:rPr lang="en-US" b="1" dirty="0"/>
              <a:t>: </a:t>
            </a:r>
            <a:r>
              <a:rPr lang="en-US" b="1" dirty="0" err="1"/>
              <a:t>quản</a:t>
            </a:r>
            <a:r>
              <a:rPr lang="en-US" b="1" dirty="0"/>
              <a:t> </a:t>
            </a:r>
            <a:r>
              <a:rPr lang="en-US" b="1" dirty="0" err="1"/>
              <a:t>lý</a:t>
            </a:r>
            <a:r>
              <a:rPr lang="en-US" b="1" dirty="0"/>
              <a:t> </a:t>
            </a:r>
            <a:r>
              <a:rPr lang="en-US" b="1" dirty="0" err="1"/>
              <a:t>nhân</a:t>
            </a:r>
            <a:r>
              <a:rPr lang="en-US" b="1" dirty="0"/>
              <a:t> </a:t>
            </a:r>
            <a:r>
              <a:rPr lang="en-US" b="1" dirty="0" err="1"/>
              <a:t>viên</a:t>
            </a:r>
            <a:endParaRPr lang="en-US" b="1" dirty="0"/>
          </a:p>
        </p:txBody>
      </p:sp>
      <p:sp>
        <p:nvSpPr>
          <p:cNvPr id="3" name="Content Placeholder 2"/>
          <p:cNvSpPr>
            <a:spLocks noGrp="1"/>
          </p:cNvSpPr>
          <p:nvPr>
            <p:ph sz="quarter" idx="1"/>
          </p:nvPr>
        </p:nvSpPr>
        <p:spPr>
          <a:xfrm>
            <a:off x="381000" y="1600200"/>
            <a:ext cx="3886200" cy="4873752"/>
          </a:xfrm>
        </p:spPr>
        <p:txBody>
          <a:bodyPr>
            <a:normAutofit fontScale="85000" lnSpcReduction="20000"/>
          </a:bodyPr>
          <a:lstStyle/>
          <a:p>
            <a:r>
              <a:rPr lang="en-US" sz="3000" b="1" dirty="0" err="1"/>
              <a:t>Vì</a:t>
            </a:r>
            <a:r>
              <a:rPr lang="en-US" sz="3000" b="1" dirty="0"/>
              <a:t> </a:t>
            </a:r>
            <a:r>
              <a:rPr lang="en-US" sz="3000" b="1" dirty="0" err="1"/>
              <a:t>sao</a:t>
            </a:r>
            <a:r>
              <a:rPr lang="en-US" sz="3000" b="1" dirty="0"/>
              <a:t> </a:t>
            </a:r>
            <a:r>
              <a:rPr lang="en-US" sz="3000" b="1" dirty="0" err="1"/>
              <a:t>chọn</a:t>
            </a:r>
            <a:r>
              <a:rPr lang="en-US" sz="3000" b="1" dirty="0"/>
              <a:t> </a:t>
            </a:r>
            <a:r>
              <a:rPr lang="en-US" sz="3000" b="1" dirty="0" err="1"/>
              <a:t>chủ</a:t>
            </a:r>
            <a:r>
              <a:rPr lang="en-US" sz="3000" b="1" dirty="0"/>
              <a:t> </a:t>
            </a:r>
            <a:r>
              <a:rPr lang="en-US" sz="3000" b="1" dirty="0" err="1"/>
              <a:t>đề</a:t>
            </a:r>
            <a:r>
              <a:rPr lang="en-US" sz="3000" b="1" dirty="0"/>
              <a:t> </a:t>
            </a:r>
            <a:r>
              <a:rPr lang="en-US" sz="3000" b="1" dirty="0" err="1"/>
              <a:t>đó</a:t>
            </a:r>
            <a:r>
              <a:rPr lang="en-US" sz="3000" b="1" dirty="0"/>
              <a:t>?</a:t>
            </a:r>
          </a:p>
          <a:p>
            <a:pPr algn="just">
              <a:buFont typeface="Wingdings" pitchFamily="2" charset="2"/>
              <a:buChar char="Ø"/>
            </a:pPr>
            <a:r>
              <a:rPr lang="vi-VN" sz="3300" dirty="0"/>
              <a:t>Phần mềm quản lý </a:t>
            </a:r>
            <a:r>
              <a:rPr lang="en-US" sz="3300" dirty="0" err="1"/>
              <a:t>nhân</a:t>
            </a:r>
            <a:r>
              <a:rPr lang="en-US" sz="3300" dirty="0"/>
              <a:t> </a:t>
            </a:r>
            <a:r>
              <a:rPr lang="en-US" sz="3300" dirty="0" err="1"/>
              <a:t>viên</a:t>
            </a:r>
            <a:r>
              <a:rPr lang="vi-VN" sz="3300" dirty="0"/>
              <a:t> là công cụ giúp quản lý nhân viên chuyên nghiệp, hiệu quả. Phần mềm quản lý nhân lực giúp nhà lãnh đạo theo dõi, giám sát, đánh giá tiến độ hoàn thành công việc của nhân viên một cách trực quan nhất.</a:t>
            </a:r>
            <a:endParaRPr lang="en-US" sz="3300" dirty="0"/>
          </a:p>
        </p:txBody>
      </p:sp>
      <p:sp>
        <p:nvSpPr>
          <p:cNvPr id="4" name="Date Placeholder 3"/>
          <p:cNvSpPr>
            <a:spLocks noGrp="1"/>
          </p:cNvSpPr>
          <p:nvPr>
            <p:ph type="dt" sz="half" idx="14"/>
          </p:nvPr>
        </p:nvSpPr>
        <p:spPr/>
        <p:txBody>
          <a:bodyPr/>
          <a:lstStyle/>
          <a:p>
            <a:pPr algn="r" eaLnBrk="1" latinLnBrk="0" hangingPunct="1"/>
            <a:fld id="{B7AE4B77-A0B0-485B-8E52-CD276437089E}" type="datetime1">
              <a:rPr lang="en-US" smtClean="0"/>
              <a:t>5/22/2019</a:t>
            </a:fld>
            <a:endParaRPr lang="en-US" dirty="0"/>
          </a:p>
        </p:txBody>
      </p:sp>
      <p:sp>
        <p:nvSpPr>
          <p:cNvPr id="5" name="Footer Placeholder 4"/>
          <p:cNvSpPr>
            <a:spLocks noGrp="1"/>
          </p:cNvSpPr>
          <p:nvPr>
            <p:ph type="ftr" sz="quarter" idx="16"/>
          </p:nvPr>
        </p:nvSpPr>
        <p:spPr/>
        <p:txBody>
          <a:bodyPr/>
          <a:lstStyle/>
          <a:p>
            <a:r>
              <a:rPr kumimoji="0" lang="en-US" dirty="0"/>
              <a:t>NHÓM 9</a:t>
            </a:r>
          </a:p>
        </p:txBody>
      </p:sp>
      <p:sp>
        <p:nvSpPr>
          <p:cNvPr id="6" name="Slide Number Placeholder 5"/>
          <p:cNvSpPr>
            <a:spLocks noGrp="1"/>
          </p:cNvSpPr>
          <p:nvPr>
            <p:ph type="sldNum" sz="quarter" idx="15"/>
          </p:nvPr>
        </p:nvSpPr>
        <p:spPr/>
        <p:txBody>
          <a:bodyPr/>
          <a:lstStyle/>
          <a:p>
            <a:pPr algn="ctr" eaLnBrk="1" latinLnBrk="0" hangingPunct="1"/>
            <a:fld id="{2BBB5E19-F10A-4C2F-BF6F-11C513378A2E}" type="slidenum">
              <a:rPr kumimoji="0" lang="en-US" smtClean="0"/>
              <a:pPr algn="ctr" eaLnBrk="1" latinLnBrk="0" hangingPunct="1"/>
              <a:t>3</a:t>
            </a:fld>
            <a:endParaRPr kumimoji="0"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0" y="2286000"/>
            <a:ext cx="3962400" cy="3733800"/>
          </a:xfrm>
          <a:prstGeom prst="rect">
            <a:avLst/>
          </a:prstGeom>
        </p:spPr>
      </p:pic>
    </p:spTree>
    <p:extLst>
      <p:ext uri="{BB962C8B-B14F-4D97-AF65-F5344CB8AC3E}">
        <p14:creationId xmlns:p14="http://schemas.microsoft.com/office/powerpoint/2010/main" val="719788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905000"/>
            <a:ext cx="7467600" cy="4568952"/>
          </a:xfrm>
        </p:spPr>
        <p:txBody>
          <a:bodyPr/>
          <a:lstStyle/>
          <a:p>
            <a:r>
              <a:rPr lang="en-US" sz="3200" b="1" dirty="0" err="1"/>
              <a:t>Tại</a:t>
            </a:r>
            <a:r>
              <a:rPr lang="en-US" sz="3200" b="1" dirty="0"/>
              <a:t> </a:t>
            </a:r>
            <a:r>
              <a:rPr lang="en-US" sz="3200" b="1" dirty="0" err="1"/>
              <a:t>sao</a:t>
            </a:r>
            <a:r>
              <a:rPr lang="en-US" sz="3200" b="1" dirty="0"/>
              <a:t>?</a:t>
            </a:r>
          </a:p>
          <a:p>
            <a:pPr algn="just">
              <a:buFont typeface="Wingdings" pitchFamily="2" charset="2"/>
              <a:buChar char="Ø"/>
            </a:pPr>
            <a:r>
              <a:rPr lang="en-US" sz="2800" dirty="0" err="1"/>
              <a:t>Ứng</a:t>
            </a:r>
            <a:r>
              <a:rPr lang="en-US" sz="2800" dirty="0"/>
              <a:t> </a:t>
            </a:r>
            <a:r>
              <a:rPr lang="en-US" sz="2800" dirty="0" err="1"/>
              <a:t>dụng</a:t>
            </a:r>
            <a:r>
              <a:rPr lang="en-US" sz="2800" dirty="0"/>
              <a:t> </a:t>
            </a:r>
            <a:r>
              <a:rPr lang="en-US" sz="2800" dirty="0" err="1"/>
              <a:t>quản</a:t>
            </a:r>
            <a:r>
              <a:rPr lang="en-US" sz="2800" dirty="0"/>
              <a:t> </a:t>
            </a:r>
            <a:r>
              <a:rPr lang="en-US" sz="2800" dirty="0" err="1"/>
              <a:t>lý</a:t>
            </a:r>
            <a:r>
              <a:rPr lang="en-US" sz="2800" dirty="0"/>
              <a:t> </a:t>
            </a:r>
            <a:r>
              <a:rPr lang="en-US" sz="2800" dirty="0" err="1"/>
              <a:t>nhân</a:t>
            </a:r>
            <a:r>
              <a:rPr lang="en-US" sz="2800" dirty="0"/>
              <a:t> </a:t>
            </a:r>
            <a:r>
              <a:rPr lang="en-US" sz="2800" dirty="0" err="1"/>
              <a:t>viên</a:t>
            </a:r>
            <a:r>
              <a:rPr lang="en-US" sz="2800" dirty="0"/>
              <a:t> </a:t>
            </a:r>
            <a:r>
              <a:rPr lang="en-US" sz="2800" dirty="0" err="1"/>
              <a:t>là</a:t>
            </a:r>
            <a:r>
              <a:rPr lang="en-US" sz="2800" dirty="0"/>
              <a:t> </a:t>
            </a:r>
            <a:r>
              <a:rPr lang="en-US" sz="2800" dirty="0" err="1"/>
              <a:t>một</a:t>
            </a:r>
            <a:r>
              <a:rPr lang="en-US" sz="2800" dirty="0"/>
              <a:t> </a:t>
            </a:r>
            <a:r>
              <a:rPr lang="en-US" sz="2800" dirty="0" err="1"/>
              <a:t>ứng</a:t>
            </a:r>
            <a:r>
              <a:rPr lang="en-US" sz="2800" dirty="0"/>
              <a:t> </a:t>
            </a:r>
            <a:r>
              <a:rPr lang="en-US" sz="2800" dirty="0" err="1"/>
              <a:t>dụng</a:t>
            </a:r>
            <a:r>
              <a:rPr lang="en-US" sz="2800" dirty="0"/>
              <a:t> </a:t>
            </a:r>
            <a:r>
              <a:rPr lang="en-US" sz="2800" dirty="0" err="1"/>
              <a:t>khá</a:t>
            </a:r>
            <a:r>
              <a:rPr lang="en-US" sz="2800" dirty="0"/>
              <a:t> </a:t>
            </a:r>
            <a:r>
              <a:rPr lang="en-US" sz="2800" dirty="0" err="1"/>
              <a:t>phổ</a:t>
            </a:r>
            <a:r>
              <a:rPr lang="en-US" sz="2800" dirty="0"/>
              <a:t> </a:t>
            </a:r>
            <a:r>
              <a:rPr lang="en-US" sz="2800" dirty="0" err="1"/>
              <a:t>biến</a:t>
            </a:r>
            <a:r>
              <a:rPr lang="en-US" sz="2800" dirty="0"/>
              <a:t> </a:t>
            </a:r>
            <a:r>
              <a:rPr lang="en-US" sz="2800" dirty="0" err="1"/>
              <a:t>hiện</a:t>
            </a:r>
            <a:r>
              <a:rPr lang="en-US" sz="2800" dirty="0"/>
              <a:t> nay…</a:t>
            </a:r>
            <a:r>
              <a:rPr lang="en-US" sz="2800" dirty="0" err="1"/>
              <a:t>Nhóm</a:t>
            </a:r>
            <a:r>
              <a:rPr lang="en-US" sz="2800" dirty="0"/>
              <a:t> </a:t>
            </a:r>
            <a:r>
              <a:rPr lang="en-US" sz="2800" dirty="0" err="1"/>
              <a:t>có</a:t>
            </a:r>
            <a:r>
              <a:rPr lang="en-US" sz="2800" dirty="0"/>
              <a:t> </a:t>
            </a:r>
            <a:r>
              <a:rPr lang="en-US" sz="2800" dirty="0" err="1"/>
              <a:t>thể</a:t>
            </a:r>
            <a:r>
              <a:rPr lang="en-US" sz="2800" dirty="0"/>
              <a:t> </a:t>
            </a:r>
            <a:r>
              <a:rPr lang="en-US" sz="2800" dirty="0" err="1"/>
              <a:t>chọn</a:t>
            </a:r>
            <a:r>
              <a:rPr lang="en-US" sz="2800" dirty="0"/>
              <a:t> </a:t>
            </a:r>
            <a:r>
              <a:rPr lang="en-US" sz="2800" dirty="0" err="1"/>
              <a:t>nhiều</a:t>
            </a:r>
            <a:r>
              <a:rPr lang="en-US" sz="2800" dirty="0"/>
              <a:t> </a:t>
            </a:r>
            <a:r>
              <a:rPr lang="en-US" sz="2800" dirty="0" err="1"/>
              <a:t>đề</a:t>
            </a:r>
            <a:r>
              <a:rPr lang="en-US" sz="2800" dirty="0"/>
              <a:t> </a:t>
            </a:r>
            <a:r>
              <a:rPr lang="en-US" sz="2800" dirty="0" err="1"/>
              <a:t>tài</a:t>
            </a:r>
            <a:r>
              <a:rPr lang="en-US" sz="2800" dirty="0"/>
              <a:t> </a:t>
            </a:r>
            <a:r>
              <a:rPr lang="en-US" sz="2800" dirty="0" err="1"/>
              <a:t>khác</a:t>
            </a:r>
            <a:r>
              <a:rPr lang="en-US" sz="2800" dirty="0"/>
              <a:t> </a:t>
            </a:r>
            <a:r>
              <a:rPr lang="en-US" sz="2800" dirty="0" err="1"/>
              <a:t>như</a:t>
            </a:r>
            <a:r>
              <a:rPr lang="en-US" sz="2800" dirty="0"/>
              <a:t> game </a:t>
            </a:r>
            <a:r>
              <a:rPr lang="en-US" sz="2800" dirty="0" err="1"/>
              <a:t>hoặc</a:t>
            </a:r>
            <a:r>
              <a:rPr lang="en-US" sz="2800" dirty="0"/>
              <a:t> </a:t>
            </a:r>
            <a:r>
              <a:rPr lang="en-US" sz="2800" dirty="0" err="1"/>
              <a:t>các</a:t>
            </a:r>
            <a:r>
              <a:rPr lang="en-US" sz="2800" dirty="0"/>
              <a:t> </a:t>
            </a:r>
            <a:r>
              <a:rPr lang="en-US" sz="2800" dirty="0" err="1"/>
              <a:t>đề</a:t>
            </a:r>
            <a:r>
              <a:rPr lang="en-US" sz="2800" dirty="0"/>
              <a:t> </a:t>
            </a:r>
            <a:r>
              <a:rPr lang="en-US" sz="2800" dirty="0" err="1"/>
              <a:t>tài</a:t>
            </a:r>
            <a:r>
              <a:rPr lang="en-US" sz="2800" dirty="0"/>
              <a:t> video </a:t>
            </a:r>
            <a:r>
              <a:rPr lang="en-US" sz="2800" dirty="0" err="1"/>
              <a:t>giải</a:t>
            </a:r>
            <a:r>
              <a:rPr lang="en-US" sz="2800" dirty="0"/>
              <a:t> </a:t>
            </a:r>
            <a:r>
              <a:rPr lang="en-US" sz="2800" dirty="0" err="1"/>
              <a:t>trí</a:t>
            </a:r>
            <a:r>
              <a:rPr lang="en-US" sz="2800" dirty="0"/>
              <a:t> </a:t>
            </a:r>
            <a:r>
              <a:rPr lang="en-US" sz="2800" dirty="0" err="1"/>
              <a:t>khác</a:t>
            </a:r>
            <a:r>
              <a:rPr lang="en-US" sz="2800" dirty="0"/>
              <a:t> </a:t>
            </a:r>
            <a:r>
              <a:rPr lang="en-US" sz="2800" dirty="0" err="1"/>
              <a:t>nhưng</a:t>
            </a:r>
            <a:r>
              <a:rPr lang="en-US" sz="2800" dirty="0"/>
              <a:t> </a:t>
            </a:r>
            <a:r>
              <a:rPr lang="en-US" sz="2800" dirty="0" err="1"/>
              <a:t>nhóm</a:t>
            </a:r>
            <a:r>
              <a:rPr lang="en-US" sz="2800" dirty="0"/>
              <a:t> </a:t>
            </a:r>
            <a:r>
              <a:rPr lang="en-US" sz="2800" dirty="0" err="1"/>
              <a:t>lại</a:t>
            </a:r>
            <a:r>
              <a:rPr lang="en-US" sz="2800" dirty="0"/>
              <a:t> </a:t>
            </a:r>
            <a:r>
              <a:rPr lang="en-US" sz="2800" dirty="0" err="1"/>
              <a:t>chọn</a:t>
            </a:r>
            <a:r>
              <a:rPr lang="en-US" sz="2800" dirty="0"/>
              <a:t> </a:t>
            </a:r>
            <a:r>
              <a:rPr lang="en-US" sz="2800" dirty="0" err="1"/>
              <a:t>đề</a:t>
            </a:r>
            <a:r>
              <a:rPr lang="en-US" sz="2800" dirty="0"/>
              <a:t> </a:t>
            </a:r>
            <a:r>
              <a:rPr lang="en-US" sz="2800" dirty="0" err="1"/>
              <a:t>tài</a:t>
            </a:r>
            <a:r>
              <a:rPr lang="en-US" sz="2800" dirty="0"/>
              <a:t> </a:t>
            </a:r>
            <a:r>
              <a:rPr lang="en-US" sz="2800" dirty="0" err="1"/>
              <a:t>quản</a:t>
            </a:r>
            <a:r>
              <a:rPr lang="en-US" sz="2800" dirty="0"/>
              <a:t> </a:t>
            </a:r>
            <a:r>
              <a:rPr lang="en-US" sz="2800" dirty="0" err="1"/>
              <a:t>lý</a:t>
            </a:r>
            <a:r>
              <a:rPr lang="en-US" sz="2800" dirty="0"/>
              <a:t> </a:t>
            </a:r>
            <a:r>
              <a:rPr lang="en-US" sz="2800" dirty="0" err="1"/>
              <a:t>nhân</a:t>
            </a:r>
            <a:r>
              <a:rPr lang="en-US" sz="2800" dirty="0"/>
              <a:t> </a:t>
            </a:r>
            <a:r>
              <a:rPr lang="en-US" sz="2800" dirty="0" err="1"/>
              <a:t>viên</a:t>
            </a:r>
            <a:r>
              <a:rPr lang="en-US" sz="2800" dirty="0"/>
              <a:t> </a:t>
            </a:r>
            <a:r>
              <a:rPr lang="en-US" sz="2800" dirty="0" err="1"/>
              <a:t>vì</a:t>
            </a:r>
            <a:r>
              <a:rPr lang="en-US" sz="2800" dirty="0"/>
              <a:t> </a:t>
            </a:r>
            <a:r>
              <a:rPr lang="en-US" sz="2800" dirty="0" err="1"/>
              <a:t>đề</a:t>
            </a:r>
            <a:r>
              <a:rPr lang="en-US" sz="2800" dirty="0"/>
              <a:t> </a:t>
            </a:r>
            <a:r>
              <a:rPr lang="en-US" sz="2800" dirty="0" err="1"/>
              <a:t>tài</a:t>
            </a:r>
            <a:r>
              <a:rPr lang="en-US" sz="2800" dirty="0"/>
              <a:t> </a:t>
            </a:r>
            <a:r>
              <a:rPr lang="en-US" sz="2800" dirty="0" err="1"/>
              <a:t>này</a:t>
            </a:r>
            <a:r>
              <a:rPr lang="en-US" sz="2800" dirty="0"/>
              <a:t> </a:t>
            </a:r>
            <a:r>
              <a:rPr lang="en-US" sz="2800" dirty="0" err="1"/>
              <a:t>sẽ</a:t>
            </a:r>
            <a:r>
              <a:rPr lang="en-US" sz="2800" dirty="0"/>
              <a:t> </a:t>
            </a:r>
            <a:r>
              <a:rPr lang="en-US" sz="2800" dirty="0" err="1"/>
              <a:t>giúp</a:t>
            </a:r>
            <a:r>
              <a:rPr lang="en-US" sz="2800" dirty="0"/>
              <a:t> </a:t>
            </a:r>
            <a:r>
              <a:rPr lang="en-US" sz="2800" dirty="0" err="1"/>
              <a:t>ích</a:t>
            </a:r>
            <a:r>
              <a:rPr lang="en-US" sz="2800" dirty="0"/>
              <a:t> </a:t>
            </a:r>
            <a:r>
              <a:rPr lang="en-US" sz="2800" dirty="0" err="1"/>
              <a:t>cho</a:t>
            </a:r>
            <a:r>
              <a:rPr lang="en-US" sz="2800" dirty="0"/>
              <a:t> </a:t>
            </a:r>
            <a:r>
              <a:rPr lang="en-US" sz="2800" dirty="0" err="1"/>
              <a:t>việc</a:t>
            </a:r>
            <a:r>
              <a:rPr lang="en-US" sz="2800" dirty="0"/>
              <a:t> </a:t>
            </a:r>
            <a:r>
              <a:rPr lang="en-US" sz="2800" dirty="0" err="1"/>
              <a:t>đi</a:t>
            </a:r>
            <a:r>
              <a:rPr lang="en-US" sz="2800" dirty="0"/>
              <a:t> </a:t>
            </a:r>
            <a:r>
              <a:rPr lang="en-US" sz="2800" dirty="0" err="1"/>
              <a:t>làm</a:t>
            </a:r>
            <a:r>
              <a:rPr lang="en-US" sz="2800" dirty="0"/>
              <a:t> </a:t>
            </a:r>
            <a:r>
              <a:rPr lang="en-US" sz="2800" dirty="0" err="1"/>
              <a:t>sau</a:t>
            </a:r>
            <a:r>
              <a:rPr lang="en-US" sz="2800" dirty="0"/>
              <a:t> </a:t>
            </a:r>
            <a:r>
              <a:rPr lang="en-US" sz="2800" dirty="0" err="1"/>
              <a:t>này</a:t>
            </a:r>
            <a:r>
              <a:rPr lang="en-US" sz="2800" dirty="0"/>
              <a:t>.</a:t>
            </a:r>
          </a:p>
          <a:p>
            <a:pPr>
              <a:buFont typeface="Courier New" pitchFamily="49" charset="0"/>
              <a:buChar char="o"/>
            </a:pPr>
            <a:endParaRPr lang="en-US" sz="2800" dirty="0"/>
          </a:p>
        </p:txBody>
      </p:sp>
      <p:sp>
        <p:nvSpPr>
          <p:cNvPr id="4" name="Date Placeholder 3"/>
          <p:cNvSpPr>
            <a:spLocks noGrp="1"/>
          </p:cNvSpPr>
          <p:nvPr>
            <p:ph type="dt" sz="half" idx="14"/>
          </p:nvPr>
        </p:nvSpPr>
        <p:spPr/>
        <p:txBody>
          <a:bodyPr/>
          <a:lstStyle/>
          <a:p>
            <a:pPr algn="r" eaLnBrk="1" latinLnBrk="0" hangingPunct="1"/>
            <a:fld id="{B2E7D6A1-F20D-4329-A79B-A3E0C8244C8D}" type="datetime1">
              <a:rPr lang="en-US" smtClean="0"/>
              <a:t>5/22/2019</a:t>
            </a:fld>
            <a:endParaRPr lang="en-US"/>
          </a:p>
        </p:txBody>
      </p:sp>
      <p:sp>
        <p:nvSpPr>
          <p:cNvPr id="5" name="Slide Number Placeholder 4"/>
          <p:cNvSpPr>
            <a:spLocks noGrp="1"/>
          </p:cNvSpPr>
          <p:nvPr>
            <p:ph type="sldNum" sz="quarter" idx="15"/>
          </p:nvPr>
        </p:nvSpPr>
        <p:spPr/>
        <p:txBody>
          <a:bodyPr/>
          <a:lstStyle/>
          <a:p>
            <a:pPr algn="ctr" eaLnBrk="1" latinLnBrk="0" hangingPunct="1"/>
            <a:fld id="{2BBB5E19-F10A-4C2F-BF6F-11C513378A2E}" type="slidenum">
              <a:rPr kumimoji="0" lang="en-US" smtClean="0"/>
              <a:pPr algn="ctr" eaLnBrk="1" latinLnBrk="0" hangingPunct="1"/>
              <a:t>4</a:t>
            </a:fld>
            <a:endParaRPr kumimoji="0" lang="en-US"/>
          </a:p>
        </p:txBody>
      </p:sp>
      <p:sp>
        <p:nvSpPr>
          <p:cNvPr id="6" name="Footer Placeholder 5"/>
          <p:cNvSpPr>
            <a:spLocks noGrp="1"/>
          </p:cNvSpPr>
          <p:nvPr>
            <p:ph type="ftr" sz="quarter" idx="16"/>
          </p:nvPr>
        </p:nvSpPr>
        <p:spPr/>
        <p:txBody>
          <a:bodyPr/>
          <a:lstStyle/>
          <a:p>
            <a:r>
              <a:rPr kumimoji="0" lang="en-US"/>
              <a:t>NHÓM 9</a:t>
            </a:r>
          </a:p>
        </p:txBody>
      </p:sp>
      <p:sp>
        <p:nvSpPr>
          <p:cNvPr id="7" name="Title 1"/>
          <p:cNvSpPr>
            <a:spLocks noGrp="1"/>
          </p:cNvSpPr>
          <p:nvPr>
            <p:ph type="title"/>
          </p:nvPr>
        </p:nvSpPr>
        <p:spPr>
          <a:xfrm>
            <a:off x="457200" y="274638"/>
            <a:ext cx="7467600" cy="792162"/>
          </a:xfrm>
        </p:spPr>
        <p:txBody>
          <a:bodyPr/>
          <a:lstStyle/>
          <a:p>
            <a:pPr algn="ctr"/>
            <a:r>
              <a:rPr lang="en-US" b="1" dirty="0" err="1"/>
              <a:t>Đề</a:t>
            </a:r>
            <a:r>
              <a:rPr lang="en-US" b="1" dirty="0"/>
              <a:t> </a:t>
            </a:r>
            <a:r>
              <a:rPr lang="en-US" b="1" dirty="0" err="1"/>
              <a:t>tài</a:t>
            </a:r>
            <a:r>
              <a:rPr lang="en-US" b="1" dirty="0"/>
              <a:t>: </a:t>
            </a:r>
            <a:r>
              <a:rPr lang="en-US" b="1" dirty="0" err="1"/>
              <a:t>quản</a:t>
            </a:r>
            <a:r>
              <a:rPr lang="en-US" b="1" dirty="0"/>
              <a:t> </a:t>
            </a:r>
            <a:r>
              <a:rPr lang="en-US" b="1" dirty="0" err="1"/>
              <a:t>lý</a:t>
            </a:r>
            <a:r>
              <a:rPr lang="en-US" b="1" dirty="0"/>
              <a:t> </a:t>
            </a:r>
            <a:r>
              <a:rPr lang="en-US" b="1" dirty="0" err="1"/>
              <a:t>nhân</a:t>
            </a:r>
            <a:r>
              <a:rPr lang="en-US" b="1" dirty="0"/>
              <a:t> </a:t>
            </a:r>
            <a:r>
              <a:rPr lang="en-US" b="1" dirty="0" err="1"/>
              <a:t>viên</a:t>
            </a:r>
            <a:endParaRPr lang="en-US" b="1" dirty="0"/>
          </a:p>
        </p:txBody>
      </p:sp>
    </p:spTree>
    <p:extLst>
      <p:ext uri="{BB962C8B-B14F-4D97-AF65-F5344CB8AC3E}">
        <p14:creationId xmlns:p14="http://schemas.microsoft.com/office/powerpoint/2010/main" val="2089145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381000"/>
            <a:ext cx="7748016" cy="4267200"/>
          </a:xfrm>
        </p:spPr>
        <p:txBody>
          <a:bodyPr>
            <a:normAutofit lnSpcReduction="10000"/>
          </a:bodyPr>
          <a:lstStyle/>
          <a:p>
            <a:pPr algn="just">
              <a:buFont typeface="Wingdings" panose="05000000000000000000" pitchFamily="2" charset="2"/>
              <a:buChar char="Ø"/>
            </a:pPr>
            <a:r>
              <a:rPr lang="vi-VN" sz="2800" i="1" dirty="0"/>
              <a:t>Việc quản lý nhân </a:t>
            </a:r>
            <a:r>
              <a:rPr lang="en-US" sz="2800" i="1" dirty="0" err="1"/>
              <a:t>viên</a:t>
            </a:r>
            <a:r>
              <a:rPr lang="vi-VN" sz="2800" i="1" dirty="0"/>
              <a:t> và tiền lương sao cho hiệu quả luôn là những vấn đề khiến các nhà lãnh đạo phải đau đầu. Việc quản lý nhân </a:t>
            </a:r>
            <a:r>
              <a:rPr lang="en-US" sz="2800" i="1" dirty="0" err="1"/>
              <a:t>viên</a:t>
            </a:r>
            <a:r>
              <a:rPr lang="vi-VN" sz="2800" i="1" dirty="0"/>
              <a:t> và tiền lương không hiệu quả có thể gặp nhiều khó khăn. Chính vì vậy, để giải quyết vấn đề này, nhiều doanh nhiệp đã lựa chọn phương thức sử dụng phần mềm quản lý nhân sự và tiền lương. Đây là phần mềm quản lý có tính chính xác cao, giúp tiết kiệm được thời gian, chi phí và nguồn nhân lực mà vẫn mang lại hiệu quả tuyệt vời.</a:t>
            </a:r>
          </a:p>
          <a:p>
            <a:pPr>
              <a:buFont typeface="Wingdings" pitchFamily="2" charset="2"/>
              <a:buChar char="Ø"/>
            </a:pPr>
            <a:endParaRPr lang="en-US" sz="2800" dirty="0"/>
          </a:p>
        </p:txBody>
      </p:sp>
      <p:sp>
        <p:nvSpPr>
          <p:cNvPr id="4" name="Date Placeholder 3"/>
          <p:cNvSpPr>
            <a:spLocks noGrp="1"/>
          </p:cNvSpPr>
          <p:nvPr>
            <p:ph type="dt" sz="half" idx="14"/>
          </p:nvPr>
        </p:nvSpPr>
        <p:spPr/>
        <p:txBody>
          <a:bodyPr/>
          <a:lstStyle/>
          <a:p>
            <a:pPr algn="r" eaLnBrk="1" latinLnBrk="0" hangingPunct="1"/>
            <a:fld id="{B7AE4B77-A0B0-485B-8E52-CD276437089E}" type="datetime1">
              <a:rPr lang="en-US" smtClean="0"/>
              <a:t>5/22/2019</a:t>
            </a:fld>
            <a:endParaRPr lang="en-US" dirty="0"/>
          </a:p>
        </p:txBody>
      </p:sp>
      <p:sp>
        <p:nvSpPr>
          <p:cNvPr id="5" name="Footer Placeholder 4"/>
          <p:cNvSpPr>
            <a:spLocks noGrp="1"/>
          </p:cNvSpPr>
          <p:nvPr>
            <p:ph type="ftr" sz="quarter" idx="16"/>
          </p:nvPr>
        </p:nvSpPr>
        <p:spPr/>
        <p:txBody>
          <a:bodyPr/>
          <a:lstStyle/>
          <a:p>
            <a:r>
              <a:rPr kumimoji="0" lang="en-US" dirty="0"/>
              <a:t>NHÓM 9</a:t>
            </a:r>
          </a:p>
        </p:txBody>
      </p:sp>
      <p:sp>
        <p:nvSpPr>
          <p:cNvPr id="6" name="Slide Number Placeholder 5"/>
          <p:cNvSpPr>
            <a:spLocks noGrp="1"/>
          </p:cNvSpPr>
          <p:nvPr>
            <p:ph type="sldNum" sz="quarter" idx="15"/>
          </p:nvPr>
        </p:nvSpPr>
        <p:spPr/>
        <p:txBody>
          <a:bodyPr/>
          <a:lstStyle/>
          <a:p>
            <a:pPr algn="ctr" eaLnBrk="1" latinLnBrk="0" hangingPunct="1"/>
            <a:fld id="{2BBB5E19-F10A-4C2F-BF6F-11C513378A2E}" type="slidenum">
              <a:rPr kumimoji="0" lang="en-US" smtClean="0"/>
              <a:pPr algn="ctr" eaLnBrk="1" latinLnBrk="0" hangingPunct="1"/>
              <a:t>5</a:t>
            </a:fld>
            <a:endParaRPr kumimoji="0"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473" y="4267200"/>
            <a:ext cx="8400288" cy="2590800"/>
          </a:xfrm>
          <a:prstGeom prst="rect">
            <a:avLst/>
          </a:prstGeom>
        </p:spPr>
      </p:pic>
    </p:spTree>
    <p:extLst>
      <p:ext uri="{BB962C8B-B14F-4D97-AF65-F5344CB8AC3E}">
        <p14:creationId xmlns:p14="http://schemas.microsoft.com/office/powerpoint/2010/main" val="2246487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762000"/>
            <a:ext cx="7467600" cy="5410200"/>
          </a:xfrm>
        </p:spPr>
        <p:txBody>
          <a:bodyPr>
            <a:normAutofit lnSpcReduction="10000"/>
          </a:bodyPr>
          <a:lstStyle/>
          <a:p>
            <a:r>
              <a:rPr lang="en-US" b="1" dirty="0" err="1"/>
              <a:t>Làm</a:t>
            </a:r>
            <a:r>
              <a:rPr lang="en-US" b="1" dirty="0"/>
              <a:t> </a:t>
            </a:r>
            <a:r>
              <a:rPr lang="en-US" b="1" dirty="0" err="1"/>
              <a:t>như</a:t>
            </a:r>
            <a:r>
              <a:rPr lang="en-US" b="1" dirty="0"/>
              <a:t> </a:t>
            </a:r>
            <a:r>
              <a:rPr lang="en-US" b="1" dirty="0" err="1"/>
              <a:t>thế</a:t>
            </a:r>
            <a:r>
              <a:rPr lang="en-US" b="1" dirty="0"/>
              <a:t> </a:t>
            </a:r>
            <a:r>
              <a:rPr lang="en-US" b="1" dirty="0" err="1"/>
              <a:t>nào</a:t>
            </a:r>
            <a:r>
              <a:rPr lang="en-US" b="1" dirty="0"/>
              <a:t>?</a:t>
            </a:r>
          </a:p>
          <a:p>
            <a:pPr marL="457200" indent="-457200">
              <a:buFont typeface="+mj-lt"/>
              <a:buAutoNum type="arabicPeriod"/>
            </a:pPr>
            <a:r>
              <a:rPr lang="en-US" dirty="0" err="1"/>
              <a:t>Tìm</a:t>
            </a:r>
            <a:r>
              <a:rPr lang="en-US" dirty="0"/>
              <a:t> </a:t>
            </a:r>
            <a:r>
              <a:rPr lang="en-US" dirty="0" err="1"/>
              <a:t>hiểu</a:t>
            </a:r>
            <a:r>
              <a:rPr lang="en-US" dirty="0"/>
              <a:t> </a:t>
            </a:r>
            <a:r>
              <a:rPr lang="en-US" dirty="0" err="1"/>
              <a:t>ứng</a:t>
            </a:r>
            <a:r>
              <a:rPr lang="en-US" dirty="0"/>
              <a:t> </a:t>
            </a:r>
            <a:r>
              <a:rPr lang="en-US" dirty="0" err="1"/>
              <a:t>dụng</a:t>
            </a:r>
            <a:r>
              <a:rPr lang="en-US" dirty="0"/>
              <a:t> </a:t>
            </a:r>
            <a:r>
              <a:rPr lang="en-US" dirty="0" err="1"/>
              <a:t>quản</a:t>
            </a:r>
            <a:r>
              <a:rPr lang="en-US" dirty="0"/>
              <a:t> </a:t>
            </a:r>
            <a:r>
              <a:rPr lang="en-US" dirty="0" err="1"/>
              <a:t>lý</a:t>
            </a:r>
            <a:r>
              <a:rPr lang="en-US" dirty="0"/>
              <a:t> </a:t>
            </a:r>
            <a:r>
              <a:rPr lang="en-US" dirty="0" err="1"/>
              <a:t>nhân</a:t>
            </a:r>
            <a:r>
              <a:rPr lang="en-US" dirty="0"/>
              <a:t> </a:t>
            </a:r>
            <a:r>
              <a:rPr lang="en-US" dirty="0" err="1"/>
              <a:t>viên</a:t>
            </a:r>
            <a:r>
              <a:rPr lang="en-US" dirty="0"/>
              <a:t> </a:t>
            </a:r>
            <a:r>
              <a:rPr lang="en-US" dirty="0" err="1"/>
              <a:t>cần</a:t>
            </a:r>
            <a:r>
              <a:rPr lang="en-US" dirty="0"/>
              <a:t> </a:t>
            </a:r>
            <a:r>
              <a:rPr lang="en-US" dirty="0" err="1"/>
              <a:t>có</a:t>
            </a:r>
            <a:r>
              <a:rPr lang="en-US" dirty="0"/>
              <a:t> </a:t>
            </a:r>
            <a:r>
              <a:rPr lang="en-US" dirty="0" err="1"/>
              <a:t>những</a:t>
            </a:r>
            <a:r>
              <a:rPr lang="en-US" dirty="0"/>
              <a:t> </a:t>
            </a:r>
            <a:r>
              <a:rPr lang="en-US" dirty="0" err="1"/>
              <a:t>chức</a:t>
            </a:r>
            <a:r>
              <a:rPr lang="en-US" dirty="0"/>
              <a:t> </a:t>
            </a:r>
            <a:r>
              <a:rPr lang="en-US" dirty="0" err="1"/>
              <a:t>năng</a:t>
            </a:r>
            <a:r>
              <a:rPr lang="en-US" dirty="0"/>
              <a:t> </a:t>
            </a:r>
            <a:r>
              <a:rPr lang="en-US" dirty="0" err="1"/>
              <a:t>gì</a:t>
            </a:r>
            <a:r>
              <a:rPr lang="en-US" dirty="0"/>
              <a:t>?</a:t>
            </a:r>
          </a:p>
          <a:p>
            <a:pPr marL="457200" indent="-457200">
              <a:buFont typeface="+mj-lt"/>
              <a:buAutoNum type="arabicPeriod"/>
            </a:pPr>
            <a:r>
              <a:rPr lang="en-US" dirty="0" err="1"/>
              <a:t>Tạo</a:t>
            </a:r>
            <a:r>
              <a:rPr lang="en-US" dirty="0"/>
              <a:t> project</a:t>
            </a:r>
          </a:p>
          <a:p>
            <a:pPr marL="457200" indent="-457200">
              <a:buFont typeface="+mj-lt"/>
              <a:buAutoNum type="arabicPeriod"/>
            </a:pPr>
            <a:r>
              <a:rPr lang="en-US" dirty="0" err="1"/>
              <a:t>Tạo</a:t>
            </a:r>
            <a:r>
              <a:rPr lang="en-US" dirty="0"/>
              <a:t> CSDL </a:t>
            </a:r>
            <a:r>
              <a:rPr lang="en-US" dirty="0" err="1"/>
              <a:t>trên</a:t>
            </a:r>
            <a:r>
              <a:rPr lang="en-US" dirty="0"/>
              <a:t> SQLite manager</a:t>
            </a:r>
          </a:p>
          <a:p>
            <a:pPr marL="457200" indent="-457200">
              <a:buFont typeface="+mj-lt"/>
              <a:buAutoNum type="arabicPeriod"/>
            </a:pPr>
            <a:r>
              <a:rPr lang="en-US" dirty="0" err="1"/>
              <a:t>Hiển</a:t>
            </a:r>
            <a:r>
              <a:rPr lang="en-US" dirty="0"/>
              <a:t> </a:t>
            </a:r>
            <a:r>
              <a:rPr lang="en-US" dirty="0" err="1"/>
              <a:t>thị</a:t>
            </a:r>
            <a:r>
              <a:rPr lang="en-US" dirty="0"/>
              <a:t> CSDL </a:t>
            </a:r>
            <a:r>
              <a:rPr lang="en-US" dirty="0" err="1"/>
              <a:t>lên</a:t>
            </a:r>
            <a:r>
              <a:rPr lang="en-US" dirty="0"/>
              <a:t> </a:t>
            </a:r>
            <a:r>
              <a:rPr lang="en-US" dirty="0" err="1"/>
              <a:t>listview</a:t>
            </a:r>
            <a:endParaRPr lang="en-US" dirty="0"/>
          </a:p>
          <a:p>
            <a:pPr marL="457200" indent="-457200">
              <a:buFont typeface="+mj-lt"/>
              <a:buAutoNum type="arabicPeriod"/>
            </a:pPr>
            <a:r>
              <a:rPr lang="en-US" dirty="0" err="1"/>
              <a:t>Tạo</a:t>
            </a:r>
            <a:r>
              <a:rPr lang="en-US" dirty="0"/>
              <a:t> </a:t>
            </a:r>
            <a:r>
              <a:rPr lang="en-US" dirty="0" err="1"/>
              <a:t>màn</a:t>
            </a:r>
            <a:r>
              <a:rPr lang="en-US" dirty="0"/>
              <a:t> </a:t>
            </a:r>
            <a:r>
              <a:rPr lang="en-US" dirty="0" err="1"/>
              <a:t>hình</a:t>
            </a:r>
            <a:r>
              <a:rPr lang="en-US" dirty="0"/>
              <a:t> </a:t>
            </a:r>
            <a:r>
              <a:rPr lang="en-US" dirty="0" err="1"/>
              <a:t>sửa</a:t>
            </a:r>
            <a:r>
              <a:rPr lang="en-US" dirty="0"/>
              <a:t> </a:t>
            </a:r>
            <a:r>
              <a:rPr lang="en-US" dirty="0" err="1"/>
              <a:t>thông</a:t>
            </a:r>
            <a:r>
              <a:rPr lang="en-US" dirty="0"/>
              <a:t> tin </a:t>
            </a:r>
            <a:r>
              <a:rPr lang="en-US" dirty="0" err="1"/>
              <a:t>nhân</a:t>
            </a:r>
            <a:r>
              <a:rPr lang="en-US" dirty="0"/>
              <a:t> </a:t>
            </a:r>
            <a:r>
              <a:rPr lang="en-US" dirty="0" err="1"/>
              <a:t>viên</a:t>
            </a:r>
            <a:endParaRPr lang="en-US" dirty="0"/>
          </a:p>
          <a:p>
            <a:pPr marL="457200" indent="-457200">
              <a:buFont typeface="+mj-lt"/>
              <a:buAutoNum type="arabicPeriod"/>
            </a:pPr>
            <a:r>
              <a:rPr lang="en-US" dirty="0" err="1"/>
              <a:t>Viết</a:t>
            </a:r>
            <a:r>
              <a:rPr lang="en-US" dirty="0"/>
              <a:t> </a:t>
            </a:r>
            <a:r>
              <a:rPr lang="en-US" dirty="0" err="1"/>
              <a:t>chức</a:t>
            </a:r>
            <a:r>
              <a:rPr lang="en-US" dirty="0"/>
              <a:t> </a:t>
            </a:r>
            <a:r>
              <a:rPr lang="en-US" dirty="0" err="1"/>
              <a:t>năng</a:t>
            </a:r>
            <a:r>
              <a:rPr lang="en-US" dirty="0"/>
              <a:t> </a:t>
            </a:r>
            <a:r>
              <a:rPr lang="en-US" dirty="0" err="1"/>
              <a:t>chọn</a:t>
            </a:r>
            <a:r>
              <a:rPr lang="en-US" dirty="0"/>
              <a:t> </a:t>
            </a:r>
            <a:r>
              <a:rPr lang="en-US" dirty="0" err="1"/>
              <a:t>hình</a:t>
            </a:r>
            <a:r>
              <a:rPr lang="en-US" dirty="0"/>
              <a:t> </a:t>
            </a:r>
            <a:r>
              <a:rPr lang="en-US" dirty="0" err="1"/>
              <a:t>và</a:t>
            </a:r>
            <a:r>
              <a:rPr lang="en-US" dirty="0"/>
              <a:t> </a:t>
            </a:r>
            <a:r>
              <a:rPr lang="en-US" dirty="0" err="1"/>
              <a:t>chụp</a:t>
            </a:r>
            <a:r>
              <a:rPr lang="en-US" dirty="0"/>
              <a:t> </a:t>
            </a:r>
            <a:r>
              <a:rPr lang="en-US" dirty="0" err="1"/>
              <a:t>hình</a:t>
            </a:r>
            <a:r>
              <a:rPr lang="en-US" dirty="0"/>
              <a:t> </a:t>
            </a:r>
            <a:r>
              <a:rPr lang="en-US" dirty="0" err="1"/>
              <a:t>nhân</a:t>
            </a:r>
            <a:r>
              <a:rPr lang="en-US" dirty="0"/>
              <a:t> </a:t>
            </a:r>
            <a:r>
              <a:rPr lang="en-US" dirty="0" err="1"/>
              <a:t>viên</a:t>
            </a:r>
            <a:endParaRPr lang="en-US" dirty="0"/>
          </a:p>
          <a:p>
            <a:pPr marL="457200" indent="-457200">
              <a:buFont typeface="+mj-lt"/>
              <a:buAutoNum type="arabicPeriod"/>
            </a:pPr>
            <a:r>
              <a:rPr lang="en-US" dirty="0" err="1"/>
              <a:t>Tạo</a:t>
            </a:r>
            <a:r>
              <a:rPr lang="en-US" dirty="0"/>
              <a:t> </a:t>
            </a:r>
            <a:r>
              <a:rPr lang="en-US" dirty="0" err="1"/>
              <a:t>màn</a:t>
            </a:r>
            <a:r>
              <a:rPr lang="en-US" dirty="0"/>
              <a:t> </a:t>
            </a:r>
            <a:r>
              <a:rPr lang="en-US" dirty="0" err="1"/>
              <a:t>hình</a:t>
            </a:r>
            <a:r>
              <a:rPr lang="en-US" dirty="0"/>
              <a:t> </a:t>
            </a:r>
            <a:r>
              <a:rPr lang="en-US" dirty="0" err="1"/>
              <a:t>thêm</a:t>
            </a:r>
            <a:r>
              <a:rPr lang="en-US" dirty="0"/>
              <a:t> </a:t>
            </a:r>
            <a:r>
              <a:rPr lang="en-US" dirty="0" err="1"/>
              <a:t>nhân</a:t>
            </a:r>
            <a:r>
              <a:rPr lang="en-US" dirty="0"/>
              <a:t> </a:t>
            </a:r>
            <a:r>
              <a:rPr lang="en-US" dirty="0" err="1"/>
              <a:t>viên</a:t>
            </a:r>
            <a:endParaRPr lang="en-US" dirty="0"/>
          </a:p>
          <a:p>
            <a:pPr marL="457200" indent="-457200">
              <a:buFont typeface="+mj-lt"/>
              <a:buAutoNum type="arabicPeriod"/>
            </a:pPr>
            <a:r>
              <a:rPr lang="en-US" dirty="0" err="1"/>
              <a:t>Tạo</a:t>
            </a:r>
            <a:r>
              <a:rPr lang="en-US" dirty="0"/>
              <a:t> Alert Dialog </a:t>
            </a:r>
            <a:r>
              <a:rPr lang="en-US" dirty="0" err="1"/>
              <a:t>xóa</a:t>
            </a:r>
            <a:r>
              <a:rPr lang="en-US" dirty="0"/>
              <a:t> </a:t>
            </a:r>
            <a:r>
              <a:rPr lang="en-US" dirty="0" err="1"/>
              <a:t>nhân</a:t>
            </a:r>
            <a:r>
              <a:rPr lang="en-US" dirty="0"/>
              <a:t> </a:t>
            </a:r>
            <a:r>
              <a:rPr lang="en-US" dirty="0" err="1"/>
              <a:t>viên</a:t>
            </a:r>
            <a:endParaRPr lang="en-US" dirty="0"/>
          </a:p>
          <a:p>
            <a:pPr marL="457200" indent="-457200">
              <a:buFont typeface="+mj-lt"/>
              <a:buAutoNum type="arabicPeriod"/>
            </a:pPr>
            <a:r>
              <a:rPr lang="en-US" dirty="0" err="1"/>
              <a:t>Viết</a:t>
            </a:r>
            <a:r>
              <a:rPr lang="en-US" dirty="0"/>
              <a:t> </a:t>
            </a:r>
            <a:r>
              <a:rPr lang="en-US" dirty="0" err="1"/>
              <a:t>thêm</a:t>
            </a:r>
            <a:r>
              <a:rPr lang="en-US" dirty="0"/>
              <a:t> </a:t>
            </a:r>
            <a:r>
              <a:rPr lang="en-US" dirty="0" err="1"/>
              <a:t>chức</a:t>
            </a:r>
            <a:r>
              <a:rPr lang="en-US" dirty="0"/>
              <a:t> </a:t>
            </a:r>
            <a:r>
              <a:rPr lang="en-US" dirty="0" err="1"/>
              <a:t>năng</a:t>
            </a:r>
            <a:r>
              <a:rPr lang="en-US" dirty="0"/>
              <a:t> </a:t>
            </a:r>
            <a:r>
              <a:rPr lang="en-US" dirty="0" err="1"/>
              <a:t>tìm</a:t>
            </a:r>
            <a:r>
              <a:rPr lang="en-US" dirty="0"/>
              <a:t> </a:t>
            </a:r>
            <a:r>
              <a:rPr lang="en-US"/>
              <a:t>kiếm</a:t>
            </a:r>
            <a:endParaRPr lang="en-US" dirty="0"/>
          </a:p>
          <a:p>
            <a:pPr marL="457200" indent="-457200">
              <a:buFont typeface="+mj-lt"/>
              <a:buAutoNum type="arabicPeriod"/>
            </a:pPr>
            <a:r>
              <a:rPr lang="en-US" dirty="0" err="1"/>
              <a:t>Thêm</a:t>
            </a:r>
            <a:r>
              <a:rPr lang="en-US" dirty="0"/>
              <a:t> </a:t>
            </a:r>
            <a:r>
              <a:rPr lang="en-US" dirty="0" err="1"/>
              <a:t>vào</a:t>
            </a:r>
            <a:r>
              <a:rPr lang="en-US" dirty="0"/>
              <a:t> Navigation Drawer</a:t>
            </a:r>
          </a:p>
          <a:p>
            <a:pPr marL="457200" indent="-457200">
              <a:buFont typeface="+mj-lt"/>
              <a:buAutoNum type="arabicPeriod"/>
            </a:pPr>
            <a:endParaRPr lang="en-US" dirty="0"/>
          </a:p>
        </p:txBody>
      </p:sp>
      <p:sp>
        <p:nvSpPr>
          <p:cNvPr id="4" name="Date Placeholder 3"/>
          <p:cNvSpPr>
            <a:spLocks noGrp="1"/>
          </p:cNvSpPr>
          <p:nvPr>
            <p:ph type="dt" sz="half" idx="14"/>
          </p:nvPr>
        </p:nvSpPr>
        <p:spPr/>
        <p:txBody>
          <a:bodyPr/>
          <a:lstStyle/>
          <a:p>
            <a:pPr algn="r" eaLnBrk="1" latinLnBrk="0" hangingPunct="1"/>
            <a:fld id="{B2E7D6A1-F20D-4329-A79B-A3E0C8244C8D}" type="datetime1">
              <a:rPr lang="en-US" smtClean="0"/>
              <a:t>5/22/2019</a:t>
            </a:fld>
            <a:endParaRPr lang="en-US"/>
          </a:p>
        </p:txBody>
      </p:sp>
      <p:sp>
        <p:nvSpPr>
          <p:cNvPr id="5" name="Slide Number Placeholder 4"/>
          <p:cNvSpPr>
            <a:spLocks noGrp="1"/>
          </p:cNvSpPr>
          <p:nvPr>
            <p:ph type="sldNum" sz="quarter" idx="15"/>
          </p:nvPr>
        </p:nvSpPr>
        <p:spPr/>
        <p:txBody>
          <a:bodyPr/>
          <a:lstStyle/>
          <a:p>
            <a:pPr algn="ctr" eaLnBrk="1" latinLnBrk="0" hangingPunct="1"/>
            <a:fld id="{2BBB5E19-F10A-4C2F-BF6F-11C513378A2E}" type="slidenum">
              <a:rPr kumimoji="0" lang="en-US" smtClean="0"/>
              <a:pPr algn="ctr" eaLnBrk="1" latinLnBrk="0" hangingPunct="1"/>
              <a:t>6</a:t>
            </a:fld>
            <a:endParaRPr kumimoji="0" lang="en-US"/>
          </a:p>
        </p:txBody>
      </p:sp>
      <p:sp>
        <p:nvSpPr>
          <p:cNvPr id="6" name="Footer Placeholder 5"/>
          <p:cNvSpPr>
            <a:spLocks noGrp="1"/>
          </p:cNvSpPr>
          <p:nvPr>
            <p:ph type="ftr" sz="quarter" idx="16"/>
          </p:nvPr>
        </p:nvSpPr>
        <p:spPr/>
        <p:txBody>
          <a:bodyPr/>
          <a:lstStyle/>
          <a:p>
            <a:r>
              <a:rPr kumimoji="0" lang="en-US"/>
              <a:t>NHÓM 9</a:t>
            </a:r>
          </a:p>
        </p:txBody>
      </p:sp>
    </p:spTree>
    <p:extLst>
      <p:ext uri="{BB962C8B-B14F-4D97-AF65-F5344CB8AC3E}">
        <p14:creationId xmlns:p14="http://schemas.microsoft.com/office/powerpoint/2010/main" val="2124864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E59730D-7DB6-4981-A455-42AD4F83D94A}"/>
              </a:ext>
            </a:extLst>
          </p:cNvPr>
          <p:cNvSpPr>
            <a:spLocks noGrp="1"/>
          </p:cNvSpPr>
          <p:nvPr>
            <p:ph type="dt" sz="half" idx="14"/>
          </p:nvPr>
        </p:nvSpPr>
        <p:spPr/>
        <p:txBody>
          <a:bodyPr/>
          <a:lstStyle/>
          <a:p>
            <a:pPr algn="r" eaLnBrk="1" latinLnBrk="0" hangingPunct="1"/>
            <a:fld id="{B2E7D6A1-F20D-4329-A79B-A3E0C8244C8D}" type="datetime1">
              <a:rPr lang="en-US" smtClean="0"/>
              <a:t>5/22/2019</a:t>
            </a:fld>
            <a:endParaRPr lang="en-US"/>
          </a:p>
        </p:txBody>
      </p:sp>
      <p:sp>
        <p:nvSpPr>
          <p:cNvPr id="5" name="Slide Number Placeholder 4">
            <a:extLst>
              <a:ext uri="{FF2B5EF4-FFF2-40B4-BE49-F238E27FC236}">
                <a16:creationId xmlns:a16="http://schemas.microsoft.com/office/drawing/2014/main" id="{48CC9FB5-8403-4AA4-8805-59E261E9A16B}"/>
              </a:ext>
            </a:extLst>
          </p:cNvPr>
          <p:cNvSpPr>
            <a:spLocks noGrp="1"/>
          </p:cNvSpPr>
          <p:nvPr>
            <p:ph type="sldNum" sz="quarter" idx="15"/>
          </p:nvPr>
        </p:nvSpPr>
        <p:spPr/>
        <p:txBody>
          <a:bodyPr/>
          <a:lstStyle/>
          <a:p>
            <a:pPr algn="ctr" eaLnBrk="1" latinLnBrk="0" hangingPunct="1"/>
            <a:fld id="{2BBB5E19-F10A-4C2F-BF6F-11C513378A2E}" type="slidenum">
              <a:rPr kumimoji="0" lang="en-US" smtClean="0"/>
              <a:pPr algn="ctr" eaLnBrk="1" latinLnBrk="0" hangingPunct="1"/>
              <a:t>7</a:t>
            </a:fld>
            <a:endParaRPr kumimoji="0" lang="en-US"/>
          </a:p>
        </p:txBody>
      </p:sp>
      <p:sp>
        <p:nvSpPr>
          <p:cNvPr id="6" name="Footer Placeholder 5">
            <a:extLst>
              <a:ext uri="{FF2B5EF4-FFF2-40B4-BE49-F238E27FC236}">
                <a16:creationId xmlns:a16="http://schemas.microsoft.com/office/drawing/2014/main" id="{FF410FF7-315C-4E43-9BBB-1A5CEDC340AF}"/>
              </a:ext>
            </a:extLst>
          </p:cNvPr>
          <p:cNvSpPr>
            <a:spLocks noGrp="1"/>
          </p:cNvSpPr>
          <p:nvPr>
            <p:ph type="ftr" sz="quarter" idx="16"/>
          </p:nvPr>
        </p:nvSpPr>
        <p:spPr/>
        <p:txBody>
          <a:bodyPr/>
          <a:lstStyle/>
          <a:p>
            <a:r>
              <a:rPr kumimoji="0" lang="en-US"/>
              <a:t>NHÓM 9</a:t>
            </a:r>
          </a:p>
        </p:txBody>
      </p:sp>
      <p:pic>
        <p:nvPicPr>
          <p:cNvPr id="7" name="Picture 6">
            <a:extLst>
              <a:ext uri="{FF2B5EF4-FFF2-40B4-BE49-F238E27FC236}">
                <a16:creationId xmlns:a16="http://schemas.microsoft.com/office/drawing/2014/main" id="{D532408E-3431-4E77-BF70-754A55AD4A9F}"/>
              </a:ext>
            </a:extLst>
          </p:cNvPr>
          <p:cNvPicPr>
            <a:picLocks noChangeAspect="1"/>
          </p:cNvPicPr>
          <p:nvPr/>
        </p:nvPicPr>
        <p:blipFill>
          <a:blip r:embed="rId2"/>
          <a:stretch>
            <a:fillRect/>
          </a:stretch>
        </p:blipFill>
        <p:spPr>
          <a:xfrm>
            <a:off x="0" y="1181917"/>
            <a:ext cx="9144000" cy="4494165"/>
          </a:xfrm>
          <a:prstGeom prst="rect">
            <a:avLst/>
          </a:prstGeom>
        </p:spPr>
      </p:pic>
    </p:spTree>
    <p:extLst>
      <p:ext uri="{BB962C8B-B14F-4D97-AF65-F5344CB8AC3E}">
        <p14:creationId xmlns:p14="http://schemas.microsoft.com/office/powerpoint/2010/main" val="4007237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FCF0AB2-06CF-4D5E-AAEC-F4FAD4284427}"/>
              </a:ext>
            </a:extLst>
          </p:cNvPr>
          <p:cNvSpPr>
            <a:spLocks noGrp="1"/>
          </p:cNvSpPr>
          <p:nvPr>
            <p:ph type="dt" sz="half" idx="14"/>
          </p:nvPr>
        </p:nvSpPr>
        <p:spPr/>
        <p:txBody>
          <a:bodyPr/>
          <a:lstStyle/>
          <a:p>
            <a:pPr algn="r" eaLnBrk="1" latinLnBrk="0" hangingPunct="1"/>
            <a:fld id="{B2E7D6A1-F20D-4329-A79B-A3E0C8244C8D}" type="datetime1">
              <a:rPr lang="en-US" smtClean="0"/>
              <a:t>5/22/2019</a:t>
            </a:fld>
            <a:endParaRPr lang="en-US"/>
          </a:p>
        </p:txBody>
      </p:sp>
      <p:sp>
        <p:nvSpPr>
          <p:cNvPr id="5" name="Slide Number Placeholder 4">
            <a:extLst>
              <a:ext uri="{FF2B5EF4-FFF2-40B4-BE49-F238E27FC236}">
                <a16:creationId xmlns:a16="http://schemas.microsoft.com/office/drawing/2014/main" id="{C90419EB-6B77-4EA0-9DEF-57F905E38FEA}"/>
              </a:ext>
            </a:extLst>
          </p:cNvPr>
          <p:cNvSpPr>
            <a:spLocks noGrp="1"/>
          </p:cNvSpPr>
          <p:nvPr>
            <p:ph type="sldNum" sz="quarter" idx="15"/>
          </p:nvPr>
        </p:nvSpPr>
        <p:spPr/>
        <p:txBody>
          <a:bodyPr/>
          <a:lstStyle/>
          <a:p>
            <a:pPr algn="ctr" eaLnBrk="1" latinLnBrk="0" hangingPunct="1"/>
            <a:fld id="{2BBB5E19-F10A-4C2F-BF6F-11C513378A2E}" type="slidenum">
              <a:rPr kumimoji="0" lang="en-US" smtClean="0"/>
              <a:pPr algn="ctr" eaLnBrk="1" latinLnBrk="0" hangingPunct="1"/>
              <a:t>8</a:t>
            </a:fld>
            <a:endParaRPr kumimoji="0" lang="en-US"/>
          </a:p>
        </p:txBody>
      </p:sp>
      <p:sp>
        <p:nvSpPr>
          <p:cNvPr id="6" name="Footer Placeholder 5">
            <a:extLst>
              <a:ext uri="{FF2B5EF4-FFF2-40B4-BE49-F238E27FC236}">
                <a16:creationId xmlns:a16="http://schemas.microsoft.com/office/drawing/2014/main" id="{33790555-2675-4C29-8A35-3E5C4EBCB808}"/>
              </a:ext>
            </a:extLst>
          </p:cNvPr>
          <p:cNvSpPr>
            <a:spLocks noGrp="1"/>
          </p:cNvSpPr>
          <p:nvPr>
            <p:ph type="ftr" sz="quarter" idx="16"/>
          </p:nvPr>
        </p:nvSpPr>
        <p:spPr/>
        <p:txBody>
          <a:bodyPr/>
          <a:lstStyle/>
          <a:p>
            <a:r>
              <a:rPr kumimoji="0" lang="en-US"/>
              <a:t>NHÓM 9</a:t>
            </a:r>
          </a:p>
        </p:txBody>
      </p:sp>
      <p:pic>
        <p:nvPicPr>
          <p:cNvPr id="7" name="Picture 6">
            <a:extLst>
              <a:ext uri="{FF2B5EF4-FFF2-40B4-BE49-F238E27FC236}">
                <a16:creationId xmlns:a16="http://schemas.microsoft.com/office/drawing/2014/main" id="{56E0CEB2-A941-4F7F-AB57-67F1F43ACEE9}"/>
              </a:ext>
            </a:extLst>
          </p:cNvPr>
          <p:cNvPicPr>
            <a:picLocks noChangeAspect="1"/>
          </p:cNvPicPr>
          <p:nvPr/>
        </p:nvPicPr>
        <p:blipFill>
          <a:blip r:embed="rId2"/>
          <a:stretch>
            <a:fillRect/>
          </a:stretch>
        </p:blipFill>
        <p:spPr>
          <a:xfrm>
            <a:off x="3309761" y="1618997"/>
            <a:ext cx="2524477" cy="3620005"/>
          </a:xfrm>
          <a:prstGeom prst="rect">
            <a:avLst/>
          </a:prstGeom>
        </p:spPr>
      </p:pic>
      <p:pic>
        <p:nvPicPr>
          <p:cNvPr id="8" name="Picture 7">
            <a:extLst>
              <a:ext uri="{FF2B5EF4-FFF2-40B4-BE49-F238E27FC236}">
                <a16:creationId xmlns:a16="http://schemas.microsoft.com/office/drawing/2014/main" id="{5EF2CAAE-4509-4193-9CA4-435D6292335F}"/>
              </a:ext>
            </a:extLst>
          </p:cNvPr>
          <p:cNvPicPr>
            <a:picLocks noChangeAspect="1"/>
          </p:cNvPicPr>
          <p:nvPr/>
        </p:nvPicPr>
        <p:blipFill>
          <a:blip r:embed="rId3"/>
          <a:stretch>
            <a:fillRect/>
          </a:stretch>
        </p:blipFill>
        <p:spPr>
          <a:xfrm>
            <a:off x="2595286" y="1657102"/>
            <a:ext cx="3953427" cy="3543795"/>
          </a:xfrm>
          <a:prstGeom prst="rect">
            <a:avLst/>
          </a:prstGeom>
        </p:spPr>
      </p:pic>
    </p:spTree>
    <p:extLst>
      <p:ext uri="{BB962C8B-B14F-4D97-AF65-F5344CB8AC3E}">
        <p14:creationId xmlns:p14="http://schemas.microsoft.com/office/powerpoint/2010/main" val="3277397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đầu</a:t>
            </a:r>
            <a:r>
              <a:rPr lang="en-US" dirty="0"/>
              <a:t> </a:t>
            </a:r>
            <a:r>
              <a:rPr lang="en-US" dirty="0" err="1"/>
              <a:t>tiên</a:t>
            </a:r>
            <a:r>
              <a:rPr lang="en-US" dirty="0"/>
              <a:t> </a:t>
            </a:r>
            <a:r>
              <a:rPr lang="en-US" dirty="0" err="1"/>
              <a:t>là</a:t>
            </a:r>
            <a:r>
              <a:rPr lang="en-US" dirty="0"/>
              <a:t> </a:t>
            </a:r>
            <a:r>
              <a:rPr lang="en-US" dirty="0" err="1"/>
              <a:t>trang</a:t>
            </a:r>
            <a:r>
              <a:rPr lang="en-US" dirty="0"/>
              <a:t> HOME ,</a:t>
            </a:r>
            <a:r>
              <a:rPr lang="en-US" dirty="0" err="1"/>
              <a:t>giới</a:t>
            </a:r>
            <a:r>
              <a:rPr lang="en-US" dirty="0"/>
              <a:t> </a:t>
            </a:r>
            <a:r>
              <a:rPr lang="en-US" dirty="0" err="1"/>
              <a:t>thiệu</a:t>
            </a:r>
            <a:r>
              <a:rPr lang="en-US" dirty="0"/>
              <a:t> </a:t>
            </a:r>
            <a:r>
              <a:rPr lang="en-US" dirty="0" err="1"/>
              <a:t>sơ</a:t>
            </a:r>
            <a:r>
              <a:rPr lang="en-US" dirty="0"/>
              <a:t> qua </a:t>
            </a:r>
            <a:r>
              <a:rPr lang="en-US" dirty="0" err="1"/>
              <a:t>về</a:t>
            </a:r>
            <a:r>
              <a:rPr lang="en-US" dirty="0"/>
              <a:t> menu coffee </a:t>
            </a:r>
            <a:r>
              <a:rPr lang="en-US" dirty="0" err="1"/>
              <a:t>của</a:t>
            </a:r>
            <a:r>
              <a:rPr lang="en-US" dirty="0"/>
              <a:t> </a:t>
            </a:r>
            <a:r>
              <a:rPr lang="en-US" dirty="0" err="1"/>
              <a:t>quán</a:t>
            </a:r>
            <a:endParaRPr lang="en-US" dirty="0"/>
          </a:p>
        </p:txBody>
      </p:sp>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2590800" y="1600200"/>
            <a:ext cx="3276600" cy="4873625"/>
          </a:xfrm>
        </p:spPr>
      </p:pic>
      <p:sp>
        <p:nvSpPr>
          <p:cNvPr id="4" name="Date Placeholder 3"/>
          <p:cNvSpPr>
            <a:spLocks noGrp="1"/>
          </p:cNvSpPr>
          <p:nvPr>
            <p:ph type="dt" sz="half" idx="14"/>
          </p:nvPr>
        </p:nvSpPr>
        <p:spPr/>
        <p:txBody>
          <a:bodyPr/>
          <a:lstStyle/>
          <a:p>
            <a:pPr algn="r" eaLnBrk="1" latinLnBrk="0" hangingPunct="1"/>
            <a:fld id="{B2E7D6A1-F20D-4329-A79B-A3E0C8244C8D}" type="datetime1">
              <a:rPr lang="en-US" smtClean="0"/>
              <a:t>5/22/2019</a:t>
            </a:fld>
            <a:endParaRPr lang="en-US"/>
          </a:p>
        </p:txBody>
      </p:sp>
      <p:sp>
        <p:nvSpPr>
          <p:cNvPr id="5" name="Slide Number Placeholder 4"/>
          <p:cNvSpPr>
            <a:spLocks noGrp="1"/>
          </p:cNvSpPr>
          <p:nvPr>
            <p:ph type="sldNum" sz="quarter" idx="15"/>
          </p:nvPr>
        </p:nvSpPr>
        <p:spPr/>
        <p:txBody>
          <a:bodyPr/>
          <a:lstStyle/>
          <a:p>
            <a:pPr algn="ctr" eaLnBrk="1" latinLnBrk="0" hangingPunct="1"/>
            <a:fld id="{2BBB5E19-F10A-4C2F-BF6F-11C513378A2E}" type="slidenum">
              <a:rPr kumimoji="0" lang="en-US" smtClean="0"/>
              <a:pPr algn="ctr" eaLnBrk="1" latinLnBrk="0" hangingPunct="1"/>
              <a:t>9</a:t>
            </a:fld>
            <a:endParaRPr kumimoji="0" lang="en-US"/>
          </a:p>
        </p:txBody>
      </p:sp>
      <p:sp>
        <p:nvSpPr>
          <p:cNvPr id="6" name="Footer Placeholder 5"/>
          <p:cNvSpPr>
            <a:spLocks noGrp="1"/>
          </p:cNvSpPr>
          <p:nvPr>
            <p:ph type="ftr" sz="quarter" idx="16"/>
          </p:nvPr>
        </p:nvSpPr>
        <p:spPr/>
        <p:txBody>
          <a:bodyPr/>
          <a:lstStyle/>
          <a:p>
            <a:r>
              <a:rPr kumimoji="0" lang="en-US"/>
              <a:t>NHÓM 9</a:t>
            </a:r>
          </a:p>
        </p:txBody>
      </p:sp>
    </p:spTree>
    <p:extLst>
      <p:ext uri="{BB962C8B-B14F-4D97-AF65-F5344CB8AC3E}">
        <p14:creationId xmlns:p14="http://schemas.microsoft.com/office/powerpoint/2010/main" val="3607351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Đây</a:t>
            </a:r>
            <a:r>
              <a:rPr lang="en-US" dirty="0"/>
              <a:t> </a:t>
            </a:r>
            <a:r>
              <a:rPr lang="en-US" dirty="0" err="1"/>
              <a:t>là</a:t>
            </a:r>
            <a:r>
              <a:rPr lang="en-US" dirty="0"/>
              <a:t> </a:t>
            </a:r>
            <a:r>
              <a:rPr lang="en-US" dirty="0" err="1"/>
              <a:t>một</a:t>
            </a:r>
            <a:r>
              <a:rPr lang="en-US" dirty="0"/>
              <a:t> menu </a:t>
            </a:r>
            <a:r>
              <a:rPr lang="en-US" dirty="0" err="1"/>
              <a:t>quản</a:t>
            </a:r>
            <a:r>
              <a:rPr lang="en-US" dirty="0"/>
              <a:t> </a:t>
            </a:r>
            <a:r>
              <a:rPr lang="en-US" dirty="0" err="1"/>
              <a:t>lý</a:t>
            </a:r>
            <a:r>
              <a:rPr lang="en-US" dirty="0"/>
              <a:t> </a:t>
            </a:r>
            <a:r>
              <a:rPr lang="en-US" dirty="0" err="1"/>
              <a:t>nhân</a:t>
            </a:r>
            <a:r>
              <a:rPr lang="en-US" dirty="0"/>
              <a:t> </a:t>
            </a:r>
            <a:r>
              <a:rPr lang="en-US" dirty="0" err="1"/>
              <a:t>viên</a:t>
            </a:r>
            <a:endParaRPr lang="en-US" dirty="0"/>
          </a:p>
        </p:txBody>
      </p:sp>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191000" y="1929821"/>
            <a:ext cx="3124200" cy="4873625"/>
          </a:xfrm>
        </p:spPr>
      </p:pic>
      <p:sp>
        <p:nvSpPr>
          <p:cNvPr id="4" name="Date Placeholder 3"/>
          <p:cNvSpPr>
            <a:spLocks noGrp="1"/>
          </p:cNvSpPr>
          <p:nvPr>
            <p:ph type="dt" sz="half" idx="14"/>
          </p:nvPr>
        </p:nvSpPr>
        <p:spPr/>
        <p:txBody>
          <a:bodyPr/>
          <a:lstStyle/>
          <a:p>
            <a:pPr algn="r" eaLnBrk="1" latinLnBrk="0" hangingPunct="1"/>
            <a:fld id="{B2E7D6A1-F20D-4329-A79B-A3E0C8244C8D}" type="datetime1">
              <a:rPr lang="en-US" smtClean="0"/>
              <a:t>5/22/2019</a:t>
            </a:fld>
            <a:endParaRPr lang="en-US"/>
          </a:p>
        </p:txBody>
      </p:sp>
      <p:sp>
        <p:nvSpPr>
          <p:cNvPr id="5" name="Slide Number Placeholder 4"/>
          <p:cNvSpPr>
            <a:spLocks noGrp="1"/>
          </p:cNvSpPr>
          <p:nvPr>
            <p:ph type="sldNum" sz="quarter" idx="15"/>
          </p:nvPr>
        </p:nvSpPr>
        <p:spPr/>
        <p:txBody>
          <a:bodyPr/>
          <a:lstStyle/>
          <a:p>
            <a:pPr algn="ctr" eaLnBrk="1" latinLnBrk="0" hangingPunct="1"/>
            <a:fld id="{2BBB5E19-F10A-4C2F-BF6F-11C513378A2E}" type="slidenum">
              <a:rPr kumimoji="0" lang="en-US" smtClean="0"/>
              <a:pPr algn="ctr" eaLnBrk="1" latinLnBrk="0" hangingPunct="1"/>
              <a:t>10</a:t>
            </a:fld>
            <a:endParaRPr kumimoji="0" lang="en-US"/>
          </a:p>
        </p:txBody>
      </p:sp>
      <p:sp>
        <p:nvSpPr>
          <p:cNvPr id="6" name="Footer Placeholder 5"/>
          <p:cNvSpPr>
            <a:spLocks noGrp="1"/>
          </p:cNvSpPr>
          <p:nvPr>
            <p:ph type="ftr" sz="quarter" idx="16"/>
          </p:nvPr>
        </p:nvSpPr>
        <p:spPr/>
        <p:txBody>
          <a:bodyPr/>
          <a:lstStyle/>
          <a:p>
            <a:r>
              <a:rPr kumimoji="0" lang="en-US"/>
              <a:t>NHÓM 9</a:t>
            </a:r>
          </a:p>
        </p:txBody>
      </p:sp>
      <p:sp>
        <p:nvSpPr>
          <p:cNvPr id="8" name="TextBox 7"/>
          <p:cNvSpPr txBox="1"/>
          <p:nvPr/>
        </p:nvSpPr>
        <p:spPr>
          <a:xfrm>
            <a:off x="609600" y="1950588"/>
            <a:ext cx="3200400" cy="4832092"/>
          </a:xfrm>
          <a:prstGeom prst="rect">
            <a:avLst/>
          </a:prstGeom>
          <a:noFill/>
        </p:spPr>
        <p:txBody>
          <a:bodyPr wrap="square" rtlCol="0">
            <a:spAutoFit/>
          </a:bodyPr>
          <a:lstStyle/>
          <a:p>
            <a:pPr marL="285750" indent="-285750">
              <a:buFont typeface="Wingdings" panose="05000000000000000000" pitchFamily="2" charset="2"/>
              <a:buChar char="ü"/>
            </a:pPr>
            <a:r>
              <a:rPr lang="en-US" sz="2800" dirty="0"/>
              <a:t>Cho </a:t>
            </a:r>
            <a:r>
              <a:rPr lang="en-US" sz="2800" dirty="0" err="1"/>
              <a:t>phép</a:t>
            </a:r>
            <a:r>
              <a:rPr lang="en-US" sz="2800" dirty="0"/>
              <a:t> </a:t>
            </a:r>
            <a:r>
              <a:rPr lang="en-US" sz="2800" dirty="0" err="1"/>
              <a:t>người</a:t>
            </a:r>
            <a:r>
              <a:rPr lang="en-US" sz="2800" dirty="0"/>
              <a:t> </a:t>
            </a:r>
            <a:r>
              <a:rPr lang="en-US" sz="2800" dirty="0" err="1"/>
              <a:t>dùng</a:t>
            </a:r>
            <a:r>
              <a:rPr lang="en-US" sz="2800" dirty="0"/>
              <a:t> </a:t>
            </a:r>
            <a:r>
              <a:rPr lang="en-US" sz="2800" dirty="0" err="1"/>
              <a:t>chọn</a:t>
            </a:r>
            <a:r>
              <a:rPr lang="en-US" sz="2800" dirty="0"/>
              <a:t> </a:t>
            </a:r>
            <a:r>
              <a:rPr lang="en-US" sz="2800" dirty="0" err="1"/>
              <a:t>chức</a:t>
            </a:r>
            <a:r>
              <a:rPr lang="en-US" sz="2800" dirty="0"/>
              <a:t> </a:t>
            </a:r>
            <a:r>
              <a:rPr lang="en-US" sz="2800" dirty="0" err="1"/>
              <a:t>năng</a:t>
            </a:r>
            <a:r>
              <a:rPr lang="en-US" sz="2800" dirty="0"/>
              <a:t> </a:t>
            </a:r>
            <a:r>
              <a:rPr lang="en-US" sz="2800" dirty="0" err="1"/>
              <a:t>cần</a:t>
            </a:r>
            <a:r>
              <a:rPr lang="en-US" sz="2800" dirty="0"/>
              <a:t> </a:t>
            </a:r>
            <a:r>
              <a:rPr lang="en-US" sz="2800" dirty="0" err="1"/>
              <a:t>thiết</a:t>
            </a:r>
            <a:r>
              <a:rPr lang="en-US" sz="2800" dirty="0"/>
              <a:t> </a:t>
            </a:r>
            <a:r>
              <a:rPr lang="en-US" sz="2800" dirty="0" err="1"/>
              <a:t>khi</a:t>
            </a:r>
            <a:r>
              <a:rPr lang="en-US" sz="2800" dirty="0"/>
              <a:t> </a:t>
            </a:r>
            <a:r>
              <a:rPr lang="en-US" sz="2800" dirty="0" err="1"/>
              <a:t>sử</a:t>
            </a:r>
            <a:r>
              <a:rPr lang="en-US" sz="2800" dirty="0"/>
              <a:t> </a:t>
            </a:r>
            <a:r>
              <a:rPr lang="en-US" sz="2800" dirty="0" err="1"/>
              <a:t>dụng</a:t>
            </a:r>
            <a:r>
              <a:rPr lang="en-US" sz="2800" dirty="0"/>
              <a:t>.</a:t>
            </a:r>
          </a:p>
          <a:p>
            <a:pPr marL="285750" indent="-285750">
              <a:buFont typeface="Wingdings" panose="05000000000000000000" pitchFamily="2" charset="2"/>
              <a:buChar char="ü"/>
            </a:pPr>
            <a:r>
              <a:rPr lang="en-US" sz="2800" dirty="0" err="1"/>
              <a:t>Màn</a:t>
            </a:r>
            <a:r>
              <a:rPr lang="en-US" sz="2800" dirty="0"/>
              <a:t> </a:t>
            </a:r>
            <a:r>
              <a:rPr lang="en-US" sz="2800" dirty="0" err="1"/>
              <a:t>hình</a:t>
            </a:r>
            <a:r>
              <a:rPr lang="en-US" sz="2800" dirty="0"/>
              <a:t> </a:t>
            </a:r>
            <a:r>
              <a:rPr lang="en-US" sz="2800" dirty="0" err="1"/>
              <a:t>này</a:t>
            </a:r>
            <a:r>
              <a:rPr lang="en-US" sz="2800" dirty="0"/>
              <a:t> </a:t>
            </a:r>
            <a:r>
              <a:rPr lang="en-US" sz="2800" dirty="0" err="1"/>
              <a:t>có</a:t>
            </a:r>
            <a:r>
              <a:rPr lang="en-US" sz="2800" dirty="0"/>
              <a:t> </a:t>
            </a:r>
            <a:r>
              <a:rPr lang="en-US" sz="2800" dirty="0" err="1"/>
              <a:t>thể</a:t>
            </a:r>
            <a:r>
              <a:rPr lang="en-US" sz="2800" dirty="0"/>
              <a:t> </a:t>
            </a:r>
            <a:r>
              <a:rPr lang="en-US" sz="2800" dirty="0" err="1"/>
              <a:t>chọn</a:t>
            </a:r>
            <a:r>
              <a:rPr lang="en-US" sz="2800" dirty="0"/>
              <a:t> </a:t>
            </a:r>
            <a:r>
              <a:rPr lang="en-US" sz="2800" dirty="0" err="1"/>
              <a:t>chức</a:t>
            </a:r>
            <a:r>
              <a:rPr lang="en-US" sz="2800" dirty="0"/>
              <a:t> </a:t>
            </a:r>
            <a:r>
              <a:rPr lang="en-US" sz="2800" dirty="0" err="1"/>
              <a:t>năng</a:t>
            </a:r>
            <a:r>
              <a:rPr lang="en-US" sz="2800" dirty="0"/>
              <a:t> </a:t>
            </a:r>
            <a:r>
              <a:rPr lang="en-US" sz="2800" dirty="0" err="1"/>
              <a:t>thêm</a:t>
            </a:r>
            <a:r>
              <a:rPr lang="en-US" sz="2800" dirty="0"/>
              <a:t>  </a:t>
            </a:r>
            <a:r>
              <a:rPr lang="en-US" sz="2800" dirty="0" err="1"/>
              <a:t>từ</a:t>
            </a:r>
            <a:r>
              <a:rPr lang="en-US" sz="2800" dirty="0"/>
              <a:t> </a:t>
            </a:r>
            <a:r>
              <a:rPr lang="en-US" sz="2800" dirty="0" err="1"/>
              <a:t>bên</a:t>
            </a:r>
            <a:r>
              <a:rPr lang="en-US" sz="2800" dirty="0"/>
              <a:t> </a:t>
            </a:r>
            <a:r>
              <a:rPr lang="en-US" sz="2800" dirty="0" err="1"/>
              <a:t>ngoài</a:t>
            </a:r>
            <a:r>
              <a:rPr lang="en-US" sz="2800" dirty="0"/>
              <a:t> </a:t>
            </a:r>
            <a:r>
              <a:rPr lang="en-US" sz="2800" dirty="0" err="1"/>
              <a:t>mà</a:t>
            </a:r>
            <a:r>
              <a:rPr lang="en-US" sz="2800" dirty="0"/>
              <a:t> </a:t>
            </a:r>
            <a:r>
              <a:rPr lang="en-US" sz="2800" dirty="0" err="1"/>
              <a:t>không</a:t>
            </a:r>
            <a:r>
              <a:rPr lang="en-US" sz="2800" dirty="0"/>
              <a:t> </a:t>
            </a:r>
            <a:r>
              <a:rPr lang="en-US" sz="2800" dirty="0" err="1"/>
              <a:t>cần</a:t>
            </a:r>
            <a:r>
              <a:rPr lang="en-US" sz="2800" dirty="0"/>
              <a:t> </a:t>
            </a:r>
            <a:r>
              <a:rPr lang="en-US" sz="2800" dirty="0" err="1"/>
              <a:t>phải</a:t>
            </a:r>
            <a:r>
              <a:rPr lang="en-US" sz="2800" dirty="0"/>
              <a:t> </a:t>
            </a:r>
            <a:r>
              <a:rPr lang="en-US" sz="2800" dirty="0" err="1"/>
              <a:t>vào</a:t>
            </a:r>
            <a:r>
              <a:rPr lang="en-US" sz="2800" dirty="0"/>
              <a:t> </a:t>
            </a:r>
            <a:r>
              <a:rPr lang="en-US" sz="2800" dirty="0" err="1"/>
              <a:t>danh</a:t>
            </a:r>
            <a:r>
              <a:rPr lang="en-US" sz="2800" dirty="0"/>
              <a:t> </a:t>
            </a:r>
            <a:r>
              <a:rPr lang="en-US" sz="2800" dirty="0" err="1"/>
              <a:t>sách</a:t>
            </a:r>
            <a:r>
              <a:rPr lang="en-US" sz="2800" dirty="0"/>
              <a:t> </a:t>
            </a:r>
            <a:r>
              <a:rPr lang="en-US" sz="2800" dirty="0" err="1"/>
              <a:t>nhân</a:t>
            </a:r>
            <a:r>
              <a:rPr lang="en-US" sz="2800" dirty="0"/>
              <a:t> </a:t>
            </a:r>
            <a:r>
              <a:rPr lang="en-US" sz="2800" dirty="0" err="1"/>
              <a:t>viên</a:t>
            </a:r>
            <a:endParaRPr lang="en-US" sz="2800" dirty="0"/>
          </a:p>
        </p:txBody>
      </p:sp>
    </p:spTree>
    <p:extLst>
      <p:ext uri="{BB962C8B-B14F-4D97-AF65-F5344CB8AC3E}">
        <p14:creationId xmlns:p14="http://schemas.microsoft.com/office/powerpoint/2010/main" val="4132242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020762"/>
          </a:xfrm>
        </p:spPr>
        <p:txBody>
          <a:bodyPr/>
          <a:lstStyle/>
          <a:p>
            <a:r>
              <a:rPr lang="en-US" dirty="0"/>
              <a:t>3. </a:t>
            </a:r>
            <a:r>
              <a:rPr lang="en-US" dirty="0" err="1"/>
              <a:t>Hiển</a:t>
            </a:r>
            <a:r>
              <a:rPr lang="en-US" dirty="0"/>
              <a:t> </a:t>
            </a:r>
            <a:r>
              <a:rPr lang="en-US" dirty="0" err="1"/>
              <a:t>thị</a:t>
            </a:r>
            <a:r>
              <a:rPr lang="en-US" dirty="0"/>
              <a:t> CSDL </a:t>
            </a:r>
            <a:r>
              <a:rPr lang="en-US" dirty="0" err="1"/>
              <a:t>lên</a:t>
            </a:r>
            <a:r>
              <a:rPr lang="en-US" dirty="0"/>
              <a:t> </a:t>
            </a:r>
            <a:r>
              <a:rPr lang="en-US" dirty="0" err="1"/>
              <a:t>listview</a:t>
            </a:r>
            <a:br>
              <a:rPr lang="en-US" dirty="0"/>
            </a:br>
            <a:endParaRPr lang="en-US" dirty="0"/>
          </a:p>
        </p:txBody>
      </p:sp>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009450" y="1483307"/>
            <a:ext cx="3119106" cy="4873625"/>
          </a:xfrm>
        </p:spPr>
      </p:pic>
      <p:sp>
        <p:nvSpPr>
          <p:cNvPr id="4" name="Date Placeholder 3"/>
          <p:cNvSpPr>
            <a:spLocks noGrp="1"/>
          </p:cNvSpPr>
          <p:nvPr>
            <p:ph type="dt" sz="half" idx="14"/>
          </p:nvPr>
        </p:nvSpPr>
        <p:spPr/>
        <p:txBody>
          <a:bodyPr/>
          <a:lstStyle/>
          <a:p>
            <a:pPr algn="r" eaLnBrk="1" latinLnBrk="0" hangingPunct="1"/>
            <a:fld id="{B2E7D6A1-F20D-4329-A79B-A3E0C8244C8D}" type="datetime1">
              <a:rPr lang="en-US" smtClean="0"/>
              <a:t>5/22/2019</a:t>
            </a:fld>
            <a:endParaRPr lang="en-US"/>
          </a:p>
        </p:txBody>
      </p:sp>
      <p:sp>
        <p:nvSpPr>
          <p:cNvPr id="5" name="Slide Number Placeholder 4"/>
          <p:cNvSpPr>
            <a:spLocks noGrp="1"/>
          </p:cNvSpPr>
          <p:nvPr>
            <p:ph type="sldNum" sz="quarter" idx="15"/>
          </p:nvPr>
        </p:nvSpPr>
        <p:spPr/>
        <p:txBody>
          <a:bodyPr/>
          <a:lstStyle/>
          <a:p>
            <a:pPr algn="ctr" eaLnBrk="1" latinLnBrk="0" hangingPunct="1"/>
            <a:fld id="{2BBB5E19-F10A-4C2F-BF6F-11C513378A2E}" type="slidenum">
              <a:rPr kumimoji="0" lang="en-US" smtClean="0"/>
              <a:pPr algn="ctr" eaLnBrk="1" latinLnBrk="0" hangingPunct="1"/>
              <a:t>11</a:t>
            </a:fld>
            <a:endParaRPr kumimoji="0" lang="en-US"/>
          </a:p>
        </p:txBody>
      </p:sp>
      <p:sp>
        <p:nvSpPr>
          <p:cNvPr id="6" name="Footer Placeholder 5"/>
          <p:cNvSpPr>
            <a:spLocks noGrp="1"/>
          </p:cNvSpPr>
          <p:nvPr>
            <p:ph type="ftr" sz="quarter" idx="16"/>
          </p:nvPr>
        </p:nvSpPr>
        <p:spPr/>
        <p:txBody>
          <a:bodyPr/>
          <a:lstStyle/>
          <a:p>
            <a:r>
              <a:rPr kumimoji="0" lang="en-US"/>
              <a:t>NHÓM 9</a:t>
            </a:r>
          </a:p>
        </p:txBody>
      </p:sp>
      <p:sp>
        <p:nvSpPr>
          <p:cNvPr id="9" name="TextBox 8"/>
          <p:cNvSpPr txBox="1"/>
          <p:nvPr/>
        </p:nvSpPr>
        <p:spPr>
          <a:xfrm>
            <a:off x="533400" y="1490234"/>
            <a:ext cx="3124200" cy="4862870"/>
          </a:xfrm>
          <a:prstGeom prst="rect">
            <a:avLst/>
          </a:prstGeom>
          <a:noFill/>
        </p:spPr>
        <p:txBody>
          <a:bodyPr wrap="square" rtlCol="0">
            <a:spAutoFit/>
          </a:bodyPr>
          <a:lstStyle/>
          <a:p>
            <a:pPr marL="285750" indent="-285750">
              <a:buFont typeface="Wingdings" panose="05000000000000000000" pitchFamily="2" charset="2"/>
              <a:buChar char="Ø"/>
            </a:pPr>
            <a:r>
              <a:rPr lang="en-US" sz="2400" dirty="0" err="1"/>
              <a:t>Màn</a:t>
            </a:r>
            <a:r>
              <a:rPr lang="en-US" sz="2400" dirty="0"/>
              <a:t> </a:t>
            </a:r>
            <a:r>
              <a:rPr lang="en-US" sz="2400" dirty="0" err="1"/>
              <a:t>hình</a:t>
            </a:r>
            <a:r>
              <a:rPr lang="en-US" sz="2400" dirty="0"/>
              <a:t> </a:t>
            </a:r>
            <a:r>
              <a:rPr lang="en-US" sz="2400" dirty="0" err="1"/>
              <a:t>này</a:t>
            </a:r>
            <a:r>
              <a:rPr lang="en-US" sz="2400" dirty="0"/>
              <a:t> </a:t>
            </a:r>
            <a:r>
              <a:rPr lang="en-US" sz="2400" dirty="0" err="1"/>
              <a:t>sẽ</a:t>
            </a:r>
            <a:r>
              <a:rPr lang="en-US" sz="2400" dirty="0"/>
              <a:t> </a:t>
            </a:r>
            <a:r>
              <a:rPr lang="en-US" sz="2400" dirty="0" err="1"/>
              <a:t>lấy</a:t>
            </a:r>
            <a:r>
              <a:rPr lang="en-US" sz="2400" dirty="0"/>
              <a:t> </a:t>
            </a:r>
            <a:r>
              <a:rPr lang="en-US" sz="2400" dirty="0" err="1"/>
              <a:t>dữ</a:t>
            </a:r>
            <a:r>
              <a:rPr lang="en-US" sz="2400" dirty="0"/>
              <a:t> </a:t>
            </a:r>
            <a:r>
              <a:rPr lang="en-US" sz="2400" dirty="0" err="1"/>
              <a:t>liệu</a:t>
            </a:r>
            <a:r>
              <a:rPr lang="en-US" sz="2400" dirty="0"/>
              <a:t> </a:t>
            </a:r>
            <a:r>
              <a:rPr lang="en-US" sz="2400" dirty="0" err="1"/>
              <a:t>từ</a:t>
            </a:r>
            <a:r>
              <a:rPr lang="en-US" sz="2400" dirty="0"/>
              <a:t> database </a:t>
            </a:r>
            <a:r>
              <a:rPr lang="en-US" sz="2400" dirty="0" err="1"/>
              <a:t>sao</a:t>
            </a:r>
            <a:r>
              <a:rPr lang="en-US" sz="2400" dirty="0"/>
              <a:t> </a:t>
            </a:r>
            <a:r>
              <a:rPr lang="en-US" sz="2400" dirty="0" err="1"/>
              <a:t>đó</a:t>
            </a:r>
            <a:r>
              <a:rPr lang="en-US" sz="2400" dirty="0"/>
              <a:t> </a:t>
            </a:r>
            <a:r>
              <a:rPr lang="en-US" sz="2400" dirty="0" err="1"/>
              <a:t>hiển</a:t>
            </a:r>
            <a:r>
              <a:rPr lang="en-US" sz="2400" dirty="0"/>
              <a:t> </a:t>
            </a:r>
            <a:r>
              <a:rPr lang="en-US" sz="2400" dirty="0" err="1"/>
              <a:t>thị</a:t>
            </a:r>
            <a:r>
              <a:rPr lang="en-US" sz="2400" dirty="0"/>
              <a:t> </a:t>
            </a:r>
            <a:r>
              <a:rPr lang="en-US" sz="2400" dirty="0" err="1"/>
              <a:t>lên</a:t>
            </a:r>
            <a:r>
              <a:rPr lang="en-US" sz="2400" dirty="0"/>
              <a:t> </a:t>
            </a:r>
            <a:r>
              <a:rPr lang="en-US" sz="2400" dirty="0" err="1"/>
              <a:t>listview</a:t>
            </a:r>
            <a:r>
              <a:rPr lang="en-US" sz="2400" dirty="0"/>
              <a:t> </a:t>
            </a:r>
            <a:r>
              <a:rPr lang="en-US" sz="2400" dirty="0" err="1"/>
              <a:t>là</a:t>
            </a:r>
            <a:r>
              <a:rPr lang="en-US" sz="2400" dirty="0"/>
              <a:t> </a:t>
            </a:r>
            <a:r>
              <a:rPr lang="en-US" sz="2400" dirty="0" err="1"/>
              <a:t>một</a:t>
            </a:r>
            <a:r>
              <a:rPr lang="en-US" sz="2400" dirty="0"/>
              <a:t> </a:t>
            </a:r>
            <a:r>
              <a:rPr lang="en-US" sz="2400" dirty="0" err="1"/>
              <a:t>danh</a:t>
            </a:r>
            <a:r>
              <a:rPr lang="en-US" sz="2400" dirty="0"/>
              <a:t> </a:t>
            </a:r>
            <a:r>
              <a:rPr lang="en-US" sz="2400" dirty="0" err="1"/>
              <a:t>sách</a:t>
            </a:r>
            <a:r>
              <a:rPr lang="en-US" sz="2400" dirty="0"/>
              <a:t> </a:t>
            </a:r>
            <a:r>
              <a:rPr lang="en-US" sz="2400" dirty="0" err="1"/>
              <a:t>nhân</a:t>
            </a:r>
            <a:r>
              <a:rPr lang="en-US" sz="2400" dirty="0"/>
              <a:t> </a:t>
            </a:r>
            <a:r>
              <a:rPr lang="en-US" sz="2400" dirty="0" err="1"/>
              <a:t>viên</a:t>
            </a:r>
            <a:r>
              <a:rPr lang="en-US" sz="2400" dirty="0"/>
              <a:t>.</a:t>
            </a:r>
          </a:p>
          <a:p>
            <a:endParaRPr lang="en-US" sz="2400" dirty="0"/>
          </a:p>
          <a:p>
            <a:pPr marL="285750" indent="-285750">
              <a:buFont typeface="Wingdings" panose="05000000000000000000" pitchFamily="2" charset="2"/>
              <a:buChar char="Ø"/>
            </a:pPr>
            <a:r>
              <a:rPr lang="en-US" sz="2400" dirty="0"/>
              <a:t>Ở </a:t>
            </a:r>
            <a:r>
              <a:rPr lang="en-US" sz="2400" dirty="0" err="1"/>
              <a:t>màn</a:t>
            </a:r>
            <a:r>
              <a:rPr lang="en-US" sz="2400" dirty="0"/>
              <a:t> </a:t>
            </a:r>
            <a:r>
              <a:rPr lang="en-US" sz="2400" dirty="0" err="1"/>
              <a:t>hình</a:t>
            </a:r>
            <a:r>
              <a:rPr lang="en-US" sz="2400" dirty="0"/>
              <a:t> </a:t>
            </a:r>
            <a:r>
              <a:rPr lang="en-US" sz="2400" dirty="0" err="1"/>
              <a:t>này</a:t>
            </a:r>
            <a:r>
              <a:rPr lang="en-US" sz="2400" dirty="0"/>
              <a:t> ta </a:t>
            </a:r>
            <a:r>
              <a:rPr lang="en-US" sz="2400" dirty="0" err="1"/>
              <a:t>có</a:t>
            </a:r>
            <a:r>
              <a:rPr lang="en-US" sz="2400" dirty="0"/>
              <a:t> </a:t>
            </a:r>
            <a:r>
              <a:rPr lang="en-US" sz="2400" dirty="0" err="1"/>
              <a:t>thể</a:t>
            </a:r>
            <a:r>
              <a:rPr lang="en-US" sz="2400" dirty="0"/>
              <a:t> </a:t>
            </a:r>
            <a:r>
              <a:rPr lang="en-US" sz="2400" dirty="0" err="1"/>
              <a:t>thêm</a:t>
            </a:r>
            <a:r>
              <a:rPr lang="en-US" sz="2400" dirty="0"/>
              <a:t> </a:t>
            </a:r>
            <a:r>
              <a:rPr lang="en-US" sz="2400" dirty="0" err="1"/>
              <a:t>nhân</a:t>
            </a:r>
            <a:r>
              <a:rPr lang="en-US" sz="2400" dirty="0"/>
              <a:t> </a:t>
            </a:r>
            <a:r>
              <a:rPr lang="en-US" sz="2400" dirty="0" err="1"/>
              <a:t>viên,tìm</a:t>
            </a:r>
            <a:r>
              <a:rPr lang="en-US" sz="2400" dirty="0"/>
              <a:t> </a:t>
            </a:r>
            <a:r>
              <a:rPr lang="en-US" sz="2400" dirty="0" err="1"/>
              <a:t>kiếm</a:t>
            </a:r>
            <a:r>
              <a:rPr lang="en-US" sz="2400" dirty="0"/>
              <a:t> </a:t>
            </a:r>
            <a:r>
              <a:rPr lang="en-US" sz="2400" dirty="0" err="1"/>
              <a:t>nhân</a:t>
            </a:r>
            <a:r>
              <a:rPr lang="en-US" sz="2400" dirty="0"/>
              <a:t> </a:t>
            </a:r>
            <a:r>
              <a:rPr lang="en-US" sz="2400" dirty="0" err="1"/>
              <a:t>viên,sửa</a:t>
            </a:r>
            <a:r>
              <a:rPr lang="en-US" sz="2400" dirty="0"/>
              <a:t> </a:t>
            </a:r>
            <a:r>
              <a:rPr lang="en-US" sz="2400" dirty="0" err="1"/>
              <a:t>nhân</a:t>
            </a:r>
            <a:r>
              <a:rPr lang="en-US" sz="2400" dirty="0"/>
              <a:t> </a:t>
            </a:r>
            <a:r>
              <a:rPr lang="en-US" sz="2400" dirty="0" err="1"/>
              <a:t>viên</a:t>
            </a:r>
            <a:r>
              <a:rPr lang="en-US" sz="2400" dirty="0"/>
              <a:t> </a:t>
            </a:r>
            <a:r>
              <a:rPr lang="en-US" sz="2400" dirty="0" err="1"/>
              <a:t>và</a:t>
            </a:r>
            <a:r>
              <a:rPr lang="en-US" sz="2400" dirty="0"/>
              <a:t> </a:t>
            </a:r>
            <a:r>
              <a:rPr lang="en-US" sz="2400" dirty="0" err="1"/>
              <a:t>xóa</a:t>
            </a:r>
            <a:r>
              <a:rPr lang="en-US" sz="2400" dirty="0"/>
              <a:t> </a:t>
            </a:r>
            <a:r>
              <a:rPr lang="en-US" sz="2400" dirty="0" err="1"/>
              <a:t>nhân</a:t>
            </a:r>
            <a:r>
              <a:rPr lang="en-US" sz="2400" dirty="0"/>
              <a:t> </a:t>
            </a:r>
            <a:r>
              <a:rPr lang="en-US" sz="2400" dirty="0" err="1"/>
              <a:t>viên</a:t>
            </a:r>
            <a:r>
              <a:rPr lang="en-US" sz="2400" dirty="0"/>
              <a:t> .</a:t>
            </a:r>
          </a:p>
          <a:p>
            <a:pPr marL="285750" indent="-285750">
              <a:buFont typeface="Wingdings" panose="05000000000000000000" pitchFamily="2" charset="2"/>
              <a:buChar char="Ø"/>
            </a:pPr>
            <a:endParaRPr lang="en-US" sz="2200" dirty="0"/>
          </a:p>
        </p:txBody>
      </p:sp>
    </p:spTree>
    <p:extLst>
      <p:ext uri="{BB962C8B-B14F-4D97-AF65-F5344CB8AC3E}">
        <p14:creationId xmlns:p14="http://schemas.microsoft.com/office/powerpoint/2010/main" val="3605576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a:t>
            </a:r>
            <a:r>
              <a:rPr lang="en-US" dirty="0" err="1"/>
              <a:t>Màn</a:t>
            </a:r>
            <a:r>
              <a:rPr lang="en-US" dirty="0"/>
              <a:t> </a:t>
            </a:r>
            <a:r>
              <a:rPr lang="en-US" dirty="0" err="1"/>
              <a:t>hình</a:t>
            </a:r>
            <a:r>
              <a:rPr lang="en-US" dirty="0"/>
              <a:t> </a:t>
            </a:r>
            <a:r>
              <a:rPr lang="en-US" dirty="0" err="1"/>
              <a:t>thêm</a:t>
            </a:r>
            <a:r>
              <a:rPr lang="en-US" dirty="0"/>
              <a:t> </a:t>
            </a:r>
            <a:r>
              <a:rPr lang="en-US" dirty="0" err="1"/>
              <a:t>nhân</a:t>
            </a:r>
            <a:r>
              <a:rPr lang="en-US" dirty="0"/>
              <a:t> </a:t>
            </a:r>
            <a:r>
              <a:rPr lang="en-US" dirty="0" err="1"/>
              <a:t>viên</a:t>
            </a:r>
            <a:r>
              <a:rPr lang="en-US" dirty="0"/>
              <a:t> </a:t>
            </a:r>
          </a:p>
        </p:txBody>
      </p:sp>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572000" y="1600200"/>
            <a:ext cx="2895600" cy="4873625"/>
          </a:xfrm>
        </p:spPr>
      </p:pic>
      <p:sp>
        <p:nvSpPr>
          <p:cNvPr id="4" name="Date Placeholder 3"/>
          <p:cNvSpPr>
            <a:spLocks noGrp="1"/>
          </p:cNvSpPr>
          <p:nvPr>
            <p:ph type="dt" sz="half" idx="14"/>
          </p:nvPr>
        </p:nvSpPr>
        <p:spPr/>
        <p:txBody>
          <a:bodyPr/>
          <a:lstStyle/>
          <a:p>
            <a:pPr algn="r" eaLnBrk="1" latinLnBrk="0" hangingPunct="1"/>
            <a:fld id="{B2E7D6A1-F20D-4329-A79B-A3E0C8244C8D}" type="datetime1">
              <a:rPr lang="en-US" smtClean="0"/>
              <a:t>5/22/2019</a:t>
            </a:fld>
            <a:endParaRPr lang="en-US"/>
          </a:p>
        </p:txBody>
      </p:sp>
      <p:sp>
        <p:nvSpPr>
          <p:cNvPr id="5" name="Slide Number Placeholder 4"/>
          <p:cNvSpPr>
            <a:spLocks noGrp="1"/>
          </p:cNvSpPr>
          <p:nvPr>
            <p:ph type="sldNum" sz="quarter" idx="15"/>
          </p:nvPr>
        </p:nvSpPr>
        <p:spPr/>
        <p:txBody>
          <a:bodyPr/>
          <a:lstStyle/>
          <a:p>
            <a:pPr algn="ctr" eaLnBrk="1" latinLnBrk="0" hangingPunct="1"/>
            <a:fld id="{2BBB5E19-F10A-4C2F-BF6F-11C513378A2E}" type="slidenum">
              <a:rPr kumimoji="0" lang="en-US" smtClean="0"/>
              <a:pPr algn="ctr" eaLnBrk="1" latinLnBrk="0" hangingPunct="1"/>
              <a:t>12</a:t>
            </a:fld>
            <a:endParaRPr kumimoji="0" lang="en-US"/>
          </a:p>
        </p:txBody>
      </p:sp>
      <p:sp>
        <p:nvSpPr>
          <p:cNvPr id="6" name="Footer Placeholder 5"/>
          <p:cNvSpPr>
            <a:spLocks noGrp="1"/>
          </p:cNvSpPr>
          <p:nvPr>
            <p:ph type="ftr" sz="quarter" idx="16"/>
          </p:nvPr>
        </p:nvSpPr>
        <p:spPr/>
        <p:txBody>
          <a:bodyPr/>
          <a:lstStyle/>
          <a:p>
            <a:r>
              <a:rPr kumimoji="0" lang="en-US"/>
              <a:t>NHÓM 9</a:t>
            </a:r>
          </a:p>
        </p:txBody>
      </p:sp>
      <p:sp>
        <p:nvSpPr>
          <p:cNvPr id="8" name="TextBox 7"/>
          <p:cNvSpPr txBox="1"/>
          <p:nvPr/>
        </p:nvSpPr>
        <p:spPr>
          <a:xfrm>
            <a:off x="637032" y="1676400"/>
            <a:ext cx="3630168" cy="4832092"/>
          </a:xfrm>
          <a:prstGeom prst="rect">
            <a:avLst/>
          </a:prstGeom>
          <a:noFill/>
        </p:spPr>
        <p:txBody>
          <a:bodyPr wrap="square" rtlCol="0">
            <a:spAutoFit/>
          </a:bodyPr>
          <a:lstStyle/>
          <a:p>
            <a:pPr marL="285750" indent="-285750">
              <a:buFont typeface="Wingdings" panose="05000000000000000000" pitchFamily="2" charset="2"/>
              <a:buChar char="Ø"/>
            </a:pPr>
            <a:r>
              <a:rPr lang="en-US" sz="2200" dirty="0" err="1"/>
              <a:t>Màn</a:t>
            </a:r>
            <a:r>
              <a:rPr lang="en-US" sz="2200" dirty="0"/>
              <a:t> </a:t>
            </a:r>
            <a:r>
              <a:rPr lang="en-US" sz="2200" dirty="0" err="1"/>
              <a:t>hình</a:t>
            </a:r>
            <a:r>
              <a:rPr lang="en-US" sz="2200" dirty="0"/>
              <a:t> </a:t>
            </a:r>
            <a:r>
              <a:rPr lang="en-US" sz="2200" dirty="0" err="1"/>
              <a:t>này</a:t>
            </a:r>
            <a:r>
              <a:rPr lang="en-US" sz="2200" dirty="0"/>
              <a:t> </a:t>
            </a:r>
            <a:r>
              <a:rPr lang="en-US" sz="2200" dirty="0" err="1"/>
              <a:t>cho</a:t>
            </a:r>
            <a:r>
              <a:rPr lang="en-US" sz="2200" dirty="0"/>
              <a:t> </a:t>
            </a:r>
            <a:r>
              <a:rPr lang="en-US" sz="2200" dirty="0" err="1"/>
              <a:t>phép</a:t>
            </a:r>
            <a:r>
              <a:rPr lang="en-US" sz="2200" dirty="0"/>
              <a:t> </a:t>
            </a:r>
            <a:r>
              <a:rPr lang="en-US" sz="2200" dirty="0" err="1"/>
              <a:t>người</a:t>
            </a:r>
            <a:r>
              <a:rPr lang="en-US" sz="2200" dirty="0"/>
              <a:t> </a:t>
            </a:r>
            <a:r>
              <a:rPr lang="en-US" sz="2200" dirty="0" err="1"/>
              <a:t>dùng</a:t>
            </a:r>
            <a:r>
              <a:rPr lang="en-US" sz="2200" dirty="0"/>
              <a:t> </a:t>
            </a:r>
            <a:r>
              <a:rPr lang="en-US" sz="2200" dirty="0" err="1"/>
              <a:t>thêm</a:t>
            </a:r>
            <a:r>
              <a:rPr lang="en-US" sz="2200" dirty="0"/>
              <a:t> </a:t>
            </a:r>
            <a:r>
              <a:rPr lang="en-US" sz="2200" dirty="0" err="1"/>
              <a:t>nhân</a:t>
            </a:r>
            <a:r>
              <a:rPr lang="en-US" sz="2200" dirty="0"/>
              <a:t> </a:t>
            </a:r>
            <a:r>
              <a:rPr lang="en-US" sz="2200" dirty="0" err="1"/>
              <a:t>viên</a:t>
            </a:r>
            <a:r>
              <a:rPr lang="en-US" sz="2200" dirty="0"/>
              <a:t> </a:t>
            </a:r>
            <a:r>
              <a:rPr lang="en-US" sz="2200" dirty="0" err="1"/>
              <a:t>và</a:t>
            </a:r>
            <a:r>
              <a:rPr lang="en-US" sz="2200" dirty="0"/>
              <a:t> </a:t>
            </a:r>
            <a:r>
              <a:rPr lang="en-US" sz="2200" dirty="0" err="1"/>
              <a:t>lưu</a:t>
            </a:r>
            <a:r>
              <a:rPr lang="en-US" sz="2200" dirty="0"/>
              <a:t> </a:t>
            </a:r>
            <a:r>
              <a:rPr lang="en-US" sz="2200" dirty="0" err="1"/>
              <a:t>dữ</a:t>
            </a:r>
            <a:r>
              <a:rPr lang="en-US" sz="2200" dirty="0"/>
              <a:t> </a:t>
            </a:r>
            <a:r>
              <a:rPr lang="en-US" sz="2200" dirty="0" err="1"/>
              <a:t>liệu</a:t>
            </a:r>
            <a:r>
              <a:rPr lang="en-US" sz="2200" dirty="0"/>
              <a:t> </a:t>
            </a:r>
            <a:r>
              <a:rPr lang="en-US" sz="2200" dirty="0" err="1"/>
              <a:t>xuống</a:t>
            </a:r>
            <a:r>
              <a:rPr lang="en-US" sz="2200" dirty="0"/>
              <a:t>.</a:t>
            </a:r>
          </a:p>
          <a:p>
            <a:pPr marL="285750" indent="-285750">
              <a:buFont typeface="Wingdings" panose="05000000000000000000" pitchFamily="2" charset="2"/>
              <a:buChar char="Ø"/>
            </a:pPr>
            <a:r>
              <a:rPr lang="en-US" sz="2200" dirty="0"/>
              <a:t>Ở </a:t>
            </a:r>
            <a:r>
              <a:rPr lang="en-US" sz="2200" dirty="0" err="1"/>
              <a:t>đây</a:t>
            </a:r>
            <a:r>
              <a:rPr lang="en-US" sz="2200" dirty="0"/>
              <a:t> </a:t>
            </a:r>
            <a:r>
              <a:rPr lang="en-US" sz="2200" dirty="0" err="1"/>
              <a:t>còn</a:t>
            </a:r>
            <a:r>
              <a:rPr lang="en-US" sz="2200" dirty="0"/>
              <a:t> </a:t>
            </a:r>
            <a:r>
              <a:rPr lang="en-US" sz="2200" dirty="0" err="1"/>
              <a:t>có</a:t>
            </a:r>
            <a:r>
              <a:rPr lang="en-US" sz="2200" dirty="0"/>
              <a:t> 2 </a:t>
            </a:r>
            <a:r>
              <a:rPr lang="en-US" sz="2200" dirty="0" err="1"/>
              <a:t>chức</a:t>
            </a:r>
            <a:r>
              <a:rPr lang="en-US" sz="2200" dirty="0"/>
              <a:t> </a:t>
            </a:r>
            <a:r>
              <a:rPr lang="en-US" sz="2200" dirty="0" err="1"/>
              <a:t>năng</a:t>
            </a:r>
            <a:r>
              <a:rPr lang="en-US" sz="2200" dirty="0"/>
              <a:t> </a:t>
            </a:r>
            <a:r>
              <a:rPr lang="en-US" sz="2200" dirty="0" err="1"/>
              <a:t>đó</a:t>
            </a:r>
            <a:r>
              <a:rPr lang="en-US" sz="2200" dirty="0"/>
              <a:t> </a:t>
            </a:r>
            <a:r>
              <a:rPr lang="en-US" sz="2200" dirty="0" err="1"/>
              <a:t>là</a:t>
            </a:r>
            <a:r>
              <a:rPr lang="en-US" sz="2200" dirty="0"/>
              <a:t> </a:t>
            </a:r>
            <a:r>
              <a:rPr lang="en-US" sz="2200" dirty="0" err="1"/>
              <a:t>chọn</a:t>
            </a:r>
            <a:r>
              <a:rPr lang="en-US" sz="2200" dirty="0"/>
              <a:t> </a:t>
            </a:r>
            <a:r>
              <a:rPr lang="en-US" sz="2200" dirty="0" err="1"/>
              <a:t>hình</a:t>
            </a:r>
            <a:r>
              <a:rPr lang="en-US" sz="2200" dirty="0"/>
              <a:t> </a:t>
            </a:r>
            <a:r>
              <a:rPr lang="en-US" sz="2200" dirty="0" err="1"/>
              <a:t>ảnh</a:t>
            </a:r>
            <a:r>
              <a:rPr lang="en-US" sz="2200" dirty="0"/>
              <a:t> </a:t>
            </a:r>
            <a:r>
              <a:rPr lang="en-US" sz="2200" dirty="0" err="1"/>
              <a:t>của</a:t>
            </a:r>
            <a:r>
              <a:rPr lang="en-US" sz="2200" dirty="0"/>
              <a:t> </a:t>
            </a:r>
            <a:r>
              <a:rPr lang="en-US" sz="2200" dirty="0" err="1"/>
              <a:t>nv</a:t>
            </a:r>
            <a:r>
              <a:rPr lang="en-US" sz="2200" dirty="0"/>
              <a:t> </a:t>
            </a:r>
            <a:r>
              <a:rPr lang="en-US" sz="2200" dirty="0" err="1"/>
              <a:t>từ</a:t>
            </a:r>
            <a:r>
              <a:rPr lang="en-US" sz="2200" dirty="0"/>
              <a:t> </a:t>
            </a:r>
            <a:r>
              <a:rPr lang="en-US" sz="2200" dirty="0" err="1"/>
              <a:t>abum</a:t>
            </a:r>
            <a:r>
              <a:rPr lang="en-US" sz="2200" dirty="0"/>
              <a:t> </a:t>
            </a:r>
            <a:r>
              <a:rPr lang="en-US" sz="2200" dirty="0" err="1"/>
              <a:t>hoặc</a:t>
            </a:r>
            <a:r>
              <a:rPr lang="en-US" sz="2200" dirty="0"/>
              <a:t> </a:t>
            </a:r>
            <a:r>
              <a:rPr lang="en-US" sz="2200" dirty="0" err="1"/>
              <a:t>chụp</a:t>
            </a:r>
            <a:r>
              <a:rPr lang="en-US" sz="2200" dirty="0"/>
              <a:t> </a:t>
            </a:r>
            <a:r>
              <a:rPr lang="en-US" sz="2200" dirty="0" err="1"/>
              <a:t>ảnh</a:t>
            </a:r>
            <a:r>
              <a:rPr lang="en-US" sz="2200" dirty="0"/>
              <a:t> </a:t>
            </a:r>
            <a:r>
              <a:rPr lang="en-US" sz="2200" dirty="0" err="1"/>
              <a:t>trực</a:t>
            </a:r>
            <a:r>
              <a:rPr lang="en-US" sz="2200" dirty="0"/>
              <a:t> </a:t>
            </a:r>
            <a:r>
              <a:rPr lang="en-US" sz="2200" dirty="0" err="1"/>
              <a:t>tiếp</a:t>
            </a:r>
            <a:r>
              <a:rPr lang="en-US" sz="2200" dirty="0"/>
              <a:t>.</a:t>
            </a:r>
          </a:p>
          <a:p>
            <a:pPr marL="285750" indent="-285750">
              <a:buFont typeface="Wingdings" panose="05000000000000000000" pitchFamily="2" charset="2"/>
              <a:buChar char="Ø"/>
            </a:pPr>
            <a:r>
              <a:rPr lang="en-US" sz="2200" dirty="0" err="1"/>
              <a:t>Tất</a:t>
            </a:r>
            <a:r>
              <a:rPr lang="en-US" sz="2200" dirty="0"/>
              <a:t> </a:t>
            </a:r>
            <a:r>
              <a:rPr lang="en-US" sz="2200" dirty="0" err="1"/>
              <a:t>cả</a:t>
            </a:r>
            <a:r>
              <a:rPr lang="en-US" sz="2200" dirty="0"/>
              <a:t> </a:t>
            </a:r>
            <a:r>
              <a:rPr lang="en-US" sz="2200" dirty="0" err="1"/>
              <a:t>trường</a:t>
            </a:r>
            <a:r>
              <a:rPr lang="en-US" sz="2200" dirty="0"/>
              <a:t> </a:t>
            </a:r>
            <a:r>
              <a:rPr lang="en-US" sz="2200" dirty="0" err="1"/>
              <a:t>dữ</a:t>
            </a:r>
            <a:r>
              <a:rPr lang="en-US" sz="2200" dirty="0"/>
              <a:t> </a:t>
            </a:r>
            <a:r>
              <a:rPr lang="en-US" sz="2200" dirty="0" err="1"/>
              <a:t>liệu</a:t>
            </a:r>
            <a:r>
              <a:rPr lang="en-US" sz="2200" dirty="0"/>
              <a:t> </a:t>
            </a:r>
            <a:r>
              <a:rPr lang="en-US" sz="2200" dirty="0" err="1"/>
              <a:t>phải</a:t>
            </a:r>
            <a:r>
              <a:rPr lang="en-US" sz="2200" dirty="0"/>
              <a:t> </a:t>
            </a:r>
            <a:r>
              <a:rPr lang="en-US" sz="2200" dirty="0" err="1"/>
              <a:t>được</a:t>
            </a:r>
            <a:r>
              <a:rPr lang="en-US" sz="2200" dirty="0"/>
              <a:t> </a:t>
            </a:r>
            <a:r>
              <a:rPr lang="en-US" sz="2200" dirty="0" err="1"/>
              <a:t>nhập</a:t>
            </a:r>
            <a:r>
              <a:rPr lang="en-US" sz="2200" dirty="0"/>
              <a:t> </a:t>
            </a:r>
            <a:r>
              <a:rPr lang="en-US" sz="2200" dirty="0" err="1"/>
              <a:t>đầy</a:t>
            </a:r>
            <a:r>
              <a:rPr lang="en-US" sz="2200" dirty="0"/>
              <a:t> </a:t>
            </a:r>
            <a:r>
              <a:rPr lang="en-US" sz="2200" dirty="0" err="1"/>
              <a:t>đủ</a:t>
            </a:r>
            <a:r>
              <a:rPr lang="en-US" sz="2200" dirty="0"/>
              <a:t> </a:t>
            </a:r>
            <a:r>
              <a:rPr lang="en-US" sz="2200" dirty="0" err="1"/>
              <a:t>không</a:t>
            </a:r>
            <a:r>
              <a:rPr lang="en-US" sz="2200" dirty="0"/>
              <a:t> </a:t>
            </a:r>
            <a:r>
              <a:rPr lang="en-US" sz="2200" dirty="0" err="1"/>
              <a:t>được</a:t>
            </a:r>
            <a:r>
              <a:rPr lang="en-US" sz="2200" dirty="0"/>
              <a:t> </a:t>
            </a:r>
            <a:r>
              <a:rPr lang="en-US" sz="2200" dirty="0" err="1"/>
              <a:t>bỏ</a:t>
            </a:r>
            <a:r>
              <a:rPr lang="en-US" sz="2200" dirty="0"/>
              <a:t> qua , </a:t>
            </a:r>
            <a:r>
              <a:rPr lang="en-US" sz="2200" dirty="0" err="1"/>
              <a:t>nếu</a:t>
            </a:r>
            <a:r>
              <a:rPr lang="en-US" sz="2200" dirty="0"/>
              <a:t> </a:t>
            </a:r>
            <a:r>
              <a:rPr lang="en-US" sz="2200" dirty="0" err="1"/>
              <a:t>bỏ</a:t>
            </a:r>
            <a:r>
              <a:rPr lang="en-US" sz="2200" dirty="0"/>
              <a:t> qua </a:t>
            </a:r>
            <a:r>
              <a:rPr lang="en-US" sz="2200" dirty="0" err="1"/>
              <a:t>thì</a:t>
            </a:r>
            <a:r>
              <a:rPr lang="en-US" sz="2200" dirty="0"/>
              <a:t> </a:t>
            </a:r>
            <a:r>
              <a:rPr lang="en-US" sz="2200" dirty="0" err="1"/>
              <a:t>ứng</a:t>
            </a:r>
            <a:r>
              <a:rPr lang="en-US" sz="2200" dirty="0"/>
              <a:t> </a:t>
            </a:r>
            <a:r>
              <a:rPr lang="en-US" sz="2200" dirty="0" err="1"/>
              <a:t>dụng</a:t>
            </a:r>
            <a:r>
              <a:rPr lang="en-US" sz="2200" dirty="0"/>
              <a:t> </a:t>
            </a:r>
            <a:r>
              <a:rPr lang="en-US" sz="2200" dirty="0" err="1"/>
              <a:t>sẽ</a:t>
            </a:r>
            <a:r>
              <a:rPr lang="en-US" sz="2200" dirty="0"/>
              <a:t> </a:t>
            </a:r>
            <a:r>
              <a:rPr lang="en-US" sz="2200" dirty="0" err="1"/>
              <a:t>báo</a:t>
            </a:r>
            <a:r>
              <a:rPr lang="en-US" sz="2200" dirty="0"/>
              <a:t> </a:t>
            </a:r>
            <a:r>
              <a:rPr lang="en-US" sz="2200" dirty="0" err="1"/>
              <a:t>lỗi</a:t>
            </a:r>
            <a:r>
              <a:rPr lang="en-US" sz="2200" dirty="0"/>
              <a:t> </a:t>
            </a:r>
            <a:r>
              <a:rPr lang="en-US" sz="2200" dirty="0" err="1"/>
              <a:t>ko</a:t>
            </a:r>
            <a:r>
              <a:rPr lang="en-US" sz="2200" dirty="0"/>
              <a:t> </a:t>
            </a:r>
            <a:r>
              <a:rPr lang="en-US" sz="2200" dirty="0" err="1"/>
              <a:t>thể</a:t>
            </a:r>
            <a:r>
              <a:rPr lang="en-US" sz="2200" dirty="0"/>
              <a:t> </a:t>
            </a:r>
            <a:r>
              <a:rPr lang="en-US" sz="2200" dirty="0" err="1"/>
              <a:t>lưu</a:t>
            </a:r>
            <a:r>
              <a:rPr lang="en-US" sz="2200" dirty="0"/>
              <a:t> </a:t>
            </a:r>
            <a:r>
              <a:rPr lang="en-US" sz="2200" dirty="0" err="1"/>
              <a:t>nhân</a:t>
            </a:r>
            <a:r>
              <a:rPr lang="en-US" sz="2200" dirty="0"/>
              <a:t> </a:t>
            </a:r>
            <a:r>
              <a:rPr lang="en-US" sz="2200" dirty="0" err="1"/>
              <a:t>viên</a:t>
            </a:r>
            <a:r>
              <a:rPr lang="en-US" sz="2200" dirty="0"/>
              <a:t> </a:t>
            </a:r>
            <a:r>
              <a:rPr lang="en-US" sz="2200" dirty="0" err="1"/>
              <a:t>đó</a:t>
            </a:r>
            <a:endParaRPr lang="en-US" sz="2200" dirty="0"/>
          </a:p>
        </p:txBody>
      </p:sp>
    </p:spTree>
    <p:extLst>
      <p:ext uri="{BB962C8B-B14F-4D97-AF65-F5344CB8AC3E}">
        <p14:creationId xmlns:p14="http://schemas.microsoft.com/office/powerpoint/2010/main" val="1895785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a:t>
            </a:r>
            <a:r>
              <a:rPr lang="en-US" dirty="0" err="1"/>
              <a:t>Màn</a:t>
            </a:r>
            <a:r>
              <a:rPr lang="en-US" dirty="0"/>
              <a:t> </a:t>
            </a:r>
            <a:r>
              <a:rPr lang="en-US" dirty="0" err="1"/>
              <a:t>hình</a:t>
            </a:r>
            <a:r>
              <a:rPr lang="en-US" dirty="0"/>
              <a:t> </a:t>
            </a:r>
            <a:r>
              <a:rPr lang="en-US" dirty="0" err="1"/>
              <a:t>cập</a:t>
            </a:r>
            <a:r>
              <a:rPr lang="en-US" dirty="0"/>
              <a:t> </a:t>
            </a:r>
            <a:r>
              <a:rPr lang="en-US" dirty="0" err="1"/>
              <a:t>nhật</a:t>
            </a:r>
            <a:r>
              <a:rPr lang="en-US" dirty="0"/>
              <a:t> </a:t>
            </a:r>
            <a:r>
              <a:rPr lang="en-US" dirty="0" err="1"/>
              <a:t>nhân</a:t>
            </a:r>
            <a:r>
              <a:rPr lang="en-US" dirty="0"/>
              <a:t> </a:t>
            </a:r>
            <a:r>
              <a:rPr lang="en-US" dirty="0" err="1"/>
              <a:t>viên</a:t>
            </a:r>
            <a:endParaRPr lang="en-US" dirty="0"/>
          </a:p>
        </p:txBody>
      </p:sp>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343400" y="1745673"/>
            <a:ext cx="2895600" cy="4873625"/>
          </a:xfrm>
        </p:spPr>
      </p:pic>
      <p:sp>
        <p:nvSpPr>
          <p:cNvPr id="4" name="Date Placeholder 3"/>
          <p:cNvSpPr>
            <a:spLocks noGrp="1"/>
          </p:cNvSpPr>
          <p:nvPr>
            <p:ph type="dt" sz="half" idx="14"/>
          </p:nvPr>
        </p:nvSpPr>
        <p:spPr/>
        <p:txBody>
          <a:bodyPr/>
          <a:lstStyle/>
          <a:p>
            <a:pPr algn="r" eaLnBrk="1" latinLnBrk="0" hangingPunct="1"/>
            <a:fld id="{B2E7D6A1-F20D-4329-A79B-A3E0C8244C8D}" type="datetime1">
              <a:rPr lang="en-US" smtClean="0"/>
              <a:t>5/22/2019</a:t>
            </a:fld>
            <a:endParaRPr lang="en-US"/>
          </a:p>
        </p:txBody>
      </p:sp>
      <p:sp>
        <p:nvSpPr>
          <p:cNvPr id="5" name="Slide Number Placeholder 4"/>
          <p:cNvSpPr>
            <a:spLocks noGrp="1"/>
          </p:cNvSpPr>
          <p:nvPr>
            <p:ph type="sldNum" sz="quarter" idx="15"/>
          </p:nvPr>
        </p:nvSpPr>
        <p:spPr/>
        <p:txBody>
          <a:bodyPr/>
          <a:lstStyle/>
          <a:p>
            <a:pPr algn="ctr" eaLnBrk="1" latinLnBrk="0" hangingPunct="1"/>
            <a:fld id="{2BBB5E19-F10A-4C2F-BF6F-11C513378A2E}" type="slidenum">
              <a:rPr kumimoji="0" lang="en-US" smtClean="0"/>
              <a:pPr algn="ctr" eaLnBrk="1" latinLnBrk="0" hangingPunct="1"/>
              <a:t>13</a:t>
            </a:fld>
            <a:endParaRPr kumimoji="0" lang="en-US"/>
          </a:p>
        </p:txBody>
      </p:sp>
      <p:sp>
        <p:nvSpPr>
          <p:cNvPr id="6" name="Footer Placeholder 5"/>
          <p:cNvSpPr>
            <a:spLocks noGrp="1"/>
          </p:cNvSpPr>
          <p:nvPr>
            <p:ph type="ftr" sz="quarter" idx="16"/>
          </p:nvPr>
        </p:nvSpPr>
        <p:spPr/>
        <p:txBody>
          <a:bodyPr/>
          <a:lstStyle/>
          <a:p>
            <a:r>
              <a:rPr kumimoji="0" lang="en-US"/>
              <a:t>NHÓM 9</a:t>
            </a:r>
          </a:p>
        </p:txBody>
      </p:sp>
      <p:sp>
        <p:nvSpPr>
          <p:cNvPr id="8" name="TextBox 7"/>
          <p:cNvSpPr txBox="1"/>
          <p:nvPr/>
        </p:nvSpPr>
        <p:spPr>
          <a:xfrm>
            <a:off x="536448" y="1773382"/>
            <a:ext cx="3552846" cy="2677656"/>
          </a:xfrm>
          <a:prstGeom prst="rect">
            <a:avLst/>
          </a:prstGeom>
          <a:noFill/>
        </p:spPr>
        <p:txBody>
          <a:bodyPr wrap="square" rtlCol="0">
            <a:spAutoFit/>
          </a:bodyPr>
          <a:lstStyle/>
          <a:p>
            <a:pPr marL="285750" indent="-285750">
              <a:buFont typeface="Wingdings" panose="05000000000000000000" pitchFamily="2" charset="2"/>
              <a:buChar char="Ø"/>
            </a:pPr>
            <a:r>
              <a:rPr lang="en-US" sz="2400" dirty="0" err="1"/>
              <a:t>Màn</a:t>
            </a:r>
            <a:r>
              <a:rPr lang="en-US" sz="2400" dirty="0"/>
              <a:t> </a:t>
            </a:r>
            <a:r>
              <a:rPr lang="en-US" sz="2400" dirty="0" err="1"/>
              <a:t>hình</a:t>
            </a:r>
            <a:r>
              <a:rPr lang="en-US" sz="2400" dirty="0"/>
              <a:t> </a:t>
            </a:r>
            <a:r>
              <a:rPr lang="en-US" sz="2400" dirty="0" err="1"/>
              <a:t>này</a:t>
            </a:r>
            <a:r>
              <a:rPr lang="en-US" sz="2400" dirty="0"/>
              <a:t> </a:t>
            </a:r>
            <a:r>
              <a:rPr lang="en-US" sz="2400" dirty="0" err="1"/>
              <a:t>cho</a:t>
            </a:r>
            <a:r>
              <a:rPr lang="en-US" sz="2400" dirty="0"/>
              <a:t> </a:t>
            </a:r>
            <a:r>
              <a:rPr lang="en-US" sz="2400" dirty="0" err="1"/>
              <a:t>phép</a:t>
            </a:r>
            <a:r>
              <a:rPr lang="en-US" sz="2400" dirty="0"/>
              <a:t> </a:t>
            </a:r>
            <a:r>
              <a:rPr lang="en-US" sz="2400" dirty="0" err="1"/>
              <a:t>sửa</a:t>
            </a:r>
            <a:r>
              <a:rPr lang="en-US" sz="2400" dirty="0"/>
              <a:t> </a:t>
            </a:r>
            <a:r>
              <a:rPr lang="en-US" sz="2400" dirty="0" err="1"/>
              <a:t>lại</a:t>
            </a:r>
            <a:r>
              <a:rPr lang="en-US" sz="2400" dirty="0"/>
              <a:t> </a:t>
            </a:r>
            <a:r>
              <a:rPr lang="en-US" sz="2400" dirty="0" err="1"/>
              <a:t>thông</a:t>
            </a:r>
            <a:r>
              <a:rPr lang="en-US" sz="2400" dirty="0"/>
              <a:t> tin </a:t>
            </a:r>
            <a:r>
              <a:rPr lang="en-US" sz="2400" dirty="0" err="1"/>
              <a:t>nhân</a:t>
            </a:r>
            <a:r>
              <a:rPr lang="en-US" sz="2400" dirty="0"/>
              <a:t> </a:t>
            </a:r>
            <a:r>
              <a:rPr lang="en-US" sz="2400" dirty="0" err="1"/>
              <a:t>viên</a:t>
            </a:r>
            <a:r>
              <a:rPr lang="en-US" sz="2400" dirty="0"/>
              <a:t> </a:t>
            </a:r>
            <a:r>
              <a:rPr lang="en-US" sz="2400" dirty="0" err="1"/>
              <a:t>cũng</a:t>
            </a:r>
            <a:r>
              <a:rPr lang="en-US" sz="2400" dirty="0"/>
              <a:t> </a:t>
            </a:r>
            <a:r>
              <a:rPr lang="en-US" sz="2400" dirty="0" err="1"/>
              <a:t>như</a:t>
            </a:r>
            <a:r>
              <a:rPr lang="en-US" sz="2400" dirty="0"/>
              <a:t> </a:t>
            </a:r>
            <a:r>
              <a:rPr lang="en-US" sz="2400" dirty="0" err="1"/>
              <a:t>hình</a:t>
            </a:r>
            <a:r>
              <a:rPr lang="en-US" sz="2400" dirty="0"/>
              <a:t> </a:t>
            </a:r>
            <a:r>
              <a:rPr lang="en-US" sz="2400" dirty="0" err="1"/>
              <a:t>ảnh</a:t>
            </a:r>
            <a:r>
              <a:rPr lang="en-US" sz="2400" dirty="0"/>
              <a:t>…</a:t>
            </a:r>
            <a:r>
              <a:rPr lang="en-US" sz="2400" dirty="0" err="1"/>
              <a:t>sửa</a:t>
            </a:r>
            <a:r>
              <a:rPr lang="en-US" sz="2400" dirty="0"/>
              <a:t> </a:t>
            </a:r>
            <a:r>
              <a:rPr lang="en-US" sz="2400" dirty="0" err="1"/>
              <a:t>xong</a:t>
            </a:r>
            <a:r>
              <a:rPr lang="en-US" sz="2400" dirty="0"/>
              <a:t> </a:t>
            </a:r>
            <a:r>
              <a:rPr lang="en-US" sz="2400" dirty="0" err="1"/>
              <a:t>dữ</a:t>
            </a:r>
            <a:r>
              <a:rPr lang="en-US" sz="2400" dirty="0"/>
              <a:t> </a:t>
            </a:r>
            <a:r>
              <a:rPr lang="en-US" sz="2400" dirty="0" err="1"/>
              <a:t>liệu</a:t>
            </a:r>
            <a:r>
              <a:rPr lang="en-US" sz="2400" dirty="0"/>
              <a:t> </a:t>
            </a:r>
            <a:r>
              <a:rPr lang="en-US" sz="2400" dirty="0" err="1"/>
              <a:t>sẽ</a:t>
            </a:r>
            <a:r>
              <a:rPr lang="en-US" sz="2400" dirty="0"/>
              <a:t> </a:t>
            </a:r>
            <a:r>
              <a:rPr lang="en-US" sz="2400" dirty="0" err="1"/>
              <a:t>được</a:t>
            </a:r>
            <a:r>
              <a:rPr lang="en-US" sz="2400" dirty="0"/>
              <a:t> </a:t>
            </a:r>
            <a:r>
              <a:rPr lang="en-US" sz="2400" dirty="0" err="1"/>
              <a:t>lưu</a:t>
            </a:r>
            <a:r>
              <a:rPr lang="en-US" sz="2400" dirty="0"/>
              <a:t> </a:t>
            </a:r>
            <a:r>
              <a:rPr lang="en-US" sz="2400" dirty="0" err="1"/>
              <a:t>xuống</a:t>
            </a:r>
            <a:r>
              <a:rPr lang="en-US" sz="2400" dirty="0"/>
              <a:t> </a:t>
            </a:r>
            <a:r>
              <a:rPr lang="en-US" sz="2400" dirty="0" err="1"/>
              <a:t>với</a:t>
            </a:r>
            <a:r>
              <a:rPr lang="en-US" sz="2400" dirty="0"/>
              <a:t> </a:t>
            </a:r>
            <a:r>
              <a:rPr lang="en-US" sz="2400" dirty="0" err="1"/>
              <a:t>dữ</a:t>
            </a:r>
            <a:r>
              <a:rPr lang="en-US" sz="2400" dirty="0"/>
              <a:t> </a:t>
            </a:r>
            <a:r>
              <a:rPr lang="en-US" sz="2400" dirty="0" err="1"/>
              <a:t>liệu</a:t>
            </a:r>
            <a:r>
              <a:rPr lang="en-US" sz="2400" dirty="0"/>
              <a:t> </a:t>
            </a:r>
            <a:r>
              <a:rPr lang="en-US" sz="2400" dirty="0" err="1"/>
              <a:t>và</a:t>
            </a:r>
            <a:r>
              <a:rPr lang="en-US" sz="2400" dirty="0"/>
              <a:t> </a:t>
            </a:r>
            <a:r>
              <a:rPr lang="en-US" sz="2400" dirty="0" err="1"/>
              <a:t>hình</a:t>
            </a:r>
            <a:r>
              <a:rPr lang="en-US" sz="2400" dirty="0"/>
              <a:t> </a:t>
            </a:r>
            <a:r>
              <a:rPr lang="en-US" sz="2400" dirty="0" err="1"/>
              <a:t>ảnh</a:t>
            </a:r>
            <a:r>
              <a:rPr lang="en-US" sz="2400" dirty="0"/>
              <a:t> </a:t>
            </a:r>
            <a:r>
              <a:rPr lang="en-US" sz="2400" dirty="0" err="1"/>
              <a:t>mới</a:t>
            </a:r>
            <a:endParaRPr lang="en-US" sz="2400" dirty="0"/>
          </a:p>
        </p:txBody>
      </p:sp>
    </p:spTree>
    <p:extLst>
      <p:ext uri="{BB962C8B-B14F-4D97-AF65-F5344CB8AC3E}">
        <p14:creationId xmlns:p14="http://schemas.microsoft.com/office/powerpoint/2010/main" val="3446922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a:t>
            </a:r>
            <a:r>
              <a:rPr lang="en-US" dirty="0" err="1"/>
              <a:t>Màn</a:t>
            </a:r>
            <a:r>
              <a:rPr lang="en-US" dirty="0"/>
              <a:t> </a:t>
            </a:r>
            <a:r>
              <a:rPr lang="en-US" dirty="0" err="1"/>
              <a:t>hình</a:t>
            </a:r>
            <a:r>
              <a:rPr lang="en-US" dirty="0"/>
              <a:t> </a:t>
            </a:r>
            <a:r>
              <a:rPr lang="en-US" dirty="0" err="1"/>
              <a:t>xóa</a:t>
            </a:r>
            <a:r>
              <a:rPr lang="en-US" dirty="0"/>
              <a:t> </a:t>
            </a:r>
            <a:r>
              <a:rPr lang="en-US" dirty="0" err="1"/>
              <a:t>nhân</a:t>
            </a:r>
            <a:r>
              <a:rPr lang="en-US" dirty="0"/>
              <a:t> </a:t>
            </a:r>
            <a:r>
              <a:rPr lang="en-US" dirty="0" err="1"/>
              <a:t>viên</a:t>
            </a:r>
            <a:r>
              <a:rPr lang="en-US" dirty="0"/>
              <a:t> </a:t>
            </a:r>
          </a:p>
        </p:txBody>
      </p:sp>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419600" y="1882674"/>
            <a:ext cx="3048000" cy="4873625"/>
          </a:xfrm>
        </p:spPr>
      </p:pic>
      <p:sp>
        <p:nvSpPr>
          <p:cNvPr id="4" name="Date Placeholder 3"/>
          <p:cNvSpPr>
            <a:spLocks noGrp="1"/>
          </p:cNvSpPr>
          <p:nvPr>
            <p:ph type="dt" sz="half" idx="14"/>
          </p:nvPr>
        </p:nvSpPr>
        <p:spPr/>
        <p:txBody>
          <a:bodyPr/>
          <a:lstStyle/>
          <a:p>
            <a:pPr algn="r" eaLnBrk="1" latinLnBrk="0" hangingPunct="1"/>
            <a:fld id="{B2E7D6A1-F20D-4329-A79B-A3E0C8244C8D}" type="datetime1">
              <a:rPr lang="en-US" smtClean="0"/>
              <a:t>5/22/2019</a:t>
            </a:fld>
            <a:endParaRPr lang="en-US"/>
          </a:p>
        </p:txBody>
      </p:sp>
      <p:sp>
        <p:nvSpPr>
          <p:cNvPr id="5" name="Slide Number Placeholder 4"/>
          <p:cNvSpPr>
            <a:spLocks noGrp="1"/>
          </p:cNvSpPr>
          <p:nvPr>
            <p:ph type="sldNum" sz="quarter" idx="15"/>
          </p:nvPr>
        </p:nvSpPr>
        <p:spPr/>
        <p:txBody>
          <a:bodyPr/>
          <a:lstStyle/>
          <a:p>
            <a:pPr algn="ctr" eaLnBrk="1" latinLnBrk="0" hangingPunct="1"/>
            <a:fld id="{2BBB5E19-F10A-4C2F-BF6F-11C513378A2E}" type="slidenum">
              <a:rPr kumimoji="0" lang="en-US" smtClean="0"/>
              <a:pPr algn="ctr" eaLnBrk="1" latinLnBrk="0" hangingPunct="1"/>
              <a:t>14</a:t>
            </a:fld>
            <a:endParaRPr kumimoji="0" lang="en-US"/>
          </a:p>
        </p:txBody>
      </p:sp>
      <p:sp>
        <p:nvSpPr>
          <p:cNvPr id="6" name="Footer Placeholder 5"/>
          <p:cNvSpPr>
            <a:spLocks noGrp="1"/>
          </p:cNvSpPr>
          <p:nvPr>
            <p:ph type="ftr" sz="quarter" idx="16"/>
          </p:nvPr>
        </p:nvSpPr>
        <p:spPr/>
        <p:txBody>
          <a:bodyPr/>
          <a:lstStyle/>
          <a:p>
            <a:r>
              <a:rPr kumimoji="0" lang="en-US"/>
              <a:t>NHÓM 9</a:t>
            </a:r>
          </a:p>
        </p:txBody>
      </p:sp>
      <p:sp>
        <p:nvSpPr>
          <p:cNvPr id="8" name="TextBox 7"/>
          <p:cNvSpPr txBox="1"/>
          <p:nvPr/>
        </p:nvSpPr>
        <p:spPr>
          <a:xfrm>
            <a:off x="671945" y="1910383"/>
            <a:ext cx="3505200" cy="4893647"/>
          </a:xfrm>
          <a:prstGeom prst="rect">
            <a:avLst/>
          </a:prstGeom>
          <a:noFill/>
        </p:spPr>
        <p:txBody>
          <a:bodyPr wrap="square" rtlCol="0">
            <a:spAutoFit/>
          </a:bodyPr>
          <a:lstStyle/>
          <a:p>
            <a:pPr marL="285750" indent="-285750">
              <a:buFont typeface="Wingdings" panose="05000000000000000000" pitchFamily="2" charset="2"/>
              <a:buChar char="Ø"/>
            </a:pPr>
            <a:r>
              <a:rPr lang="en-US" sz="2400" dirty="0" err="1"/>
              <a:t>Màn</a:t>
            </a:r>
            <a:r>
              <a:rPr lang="en-US" sz="2400" dirty="0"/>
              <a:t> </a:t>
            </a:r>
            <a:r>
              <a:rPr lang="en-US" sz="2400" dirty="0" err="1"/>
              <a:t>hình</a:t>
            </a:r>
            <a:r>
              <a:rPr lang="en-US" sz="2400" dirty="0"/>
              <a:t> </a:t>
            </a:r>
            <a:r>
              <a:rPr lang="en-US" sz="2400" dirty="0" err="1"/>
              <a:t>này</a:t>
            </a:r>
            <a:r>
              <a:rPr lang="en-US" sz="2400" dirty="0"/>
              <a:t> </a:t>
            </a:r>
            <a:r>
              <a:rPr lang="en-US" sz="2400" dirty="0" err="1"/>
              <a:t>cho</a:t>
            </a:r>
            <a:r>
              <a:rPr lang="en-US" sz="2400" dirty="0"/>
              <a:t> </a:t>
            </a:r>
            <a:r>
              <a:rPr lang="en-US" sz="2400" dirty="0" err="1"/>
              <a:t>phép</a:t>
            </a:r>
            <a:r>
              <a:rPr lang="en-US" sz="2400" dirty="0"/>
              <a:t> </a:t>
            </a:r>
            <a:r>
              <a:rPr lang="en-US" sz="2400" dirty="0" err="1"/>
              <a:t>người</a:t>
            </a:r>
            <a:r>
              <a:rPr lang="en-US" sz="2400" dirty="0"/>
              <a:t> </a:t>
            </a:r>
            <a:r>
              <a:rPr lang="en-US" sz="2400" dirty="0" err="1"/>
              <a:t>dùng</a:t>
            </a:r>
            <a:r>
              <a:rPr lang="en-US" sz="2400" dirty="0"/>
              <a:t> </a:t>
            </a:r>
            <a:r>
              <a:rPr lang="en-US" sz="2400" dirty="0" err="1"/>
              <a:t>xóa</a:t>
            </a:r>
            <a:r>
              <a:rPr lang="en-US" sz="2400" dirty="0"/>
              <a:t> </a:t>
            </a:r>
            <a:r>
              <a:rPr lang="en-US" sz="2400" dirty="0" err="1"/>
              <a:t>nhân</a:t>
            </a:r>
            <a:r>
              <a:rPr lang="en-US" sz="2400" dirty="0"/>
              <a:t> </a:t>
            </a:r>
            <a:r>
              <a:rPr lang="en-US" sz="2400" dirty="0" err="1"/>
              <a:t>viên</a:t>
            </a:r>
            <a:r>
              <a:rPr lang="en-US" sz="2400" dirty="0"/>
              <a:t>, </a:t>
            </a:r>
            <a:r>
              <a:rPr lang="en-US" sz="2400" dirty="0" err="1"/>
              <a:t>khi</a:t>
            </a:r>
            <a:r>
              <a:rPr lang="en-US" sz="2400" dirty="0"/>
              <a:t> </a:t>
            </a:r>
            <a:r>
              <a:rPr lang="en-US" sz="2400" dirty="0" err="1"/>
              <a:t>nhấp</a:t>
            </a:r>
            <a:r>
              <a:rPr lang="en-US" sz="2400" dirty="0"/>
              <a:t> </a:t>
            </a:r>
            <a:r>
              <a:rPr lang="en-US" sz="2400" dirty="0" err="1"/>
              <a:t>vào</a:t>
            </a:r>
            <a:r>
              <a:rPr lang="en-US" sz="2400" dirty="0"/>
              <a:t> </a:t>
            </a:r>
            <a:r>
              <a:rPr lang="en-US" sz="2400" dirty="0" err="1"/>
              <a:t>nút</a:t>
            </a:r>
            <a:r>
              <a:rPr lang="en-US" sz="2400" dirty="0"/>
              <a:t> </a:t>
            </a:r>
            <a:r>
              <a:rPr lang="en-US" sz="2400" dirty="0" err="1"/>
              <a:t>xóa</a:t>
            </a:r>
            <a:r>
              <a:rPr lang="en-US" sz="2400" dirty="0"/>
              <a:t> </a:t>
            </a:r>
            <a:r>
              <a:rPr lang="en-US" sz="2400" dirty="0" err="1"/>
              <a:t>thì</a:t>
            </a:r>
            <a:r>
              <a:rPr lang="en-US" sz="2400" dirty="0"/>
              <a:t> </a:t>
            </a:r>
            <a:r>
              <a:rPr lang="en-US" sz="2400" dirty="0" err="1"/>
              <a:t>ứng</a:t>
            </a:r>
            <a:r>
              <a:rPr lang="en-US" sz="2400" dirty="0"/>
              <a:t> </a:t>
            </a:r>
            <a:r>
              <a:rPr lang="en-US" sz="2400" dirty="0" err="1"/>
              <a:t>dụng</a:t>
            </a:r>
            <a:r>
              <a:rPr lang="en-US" sz="2400" dirty="0"/>
              <a:t> </a:t>
            </a:r>
            <a:r>
              <a:rPr lang="en-US" sz="2400" dirty="0" err="1"/>
              <a:t>sẽ</a:t>
            </a:r>
            <a:r>
              <a:rPr lang="en-US" sz="2400" dirty="0"/>
              <a:t> </a:t>
            </a:r>
            <a:r>
              <a:rPr lang="en-US" sz="2400" dirty="0" err="1"/>
              <a:t>hiện</a:t>
            </a:r>
            <a:r>
              <a:rPr lang="en-US" sz="2400" dirty="0"/>
              <a:t> </a:t>
            </a:r>
            <a:r>
              <a:rPr lang="en-US" sz="2400" dirty="0" err="1"/>
              <a:t>lên</a:t>
            </a:r>
            <a:r>
              <a:rPr lang="en-US" sz="2400" dirty="0"/>
              <a:t> </a:t>
            </a:r>
            <a:r>
              <a:rPr lang="en-US" sz="2400" dirty="0" err="1"/>
              <a:t>một</a:t>
            </a:r>
            <a:r>
              <a:rPr lang="en-US" sz="2400" dirty="0"/>
              <a:t> Alert Dialog </a:t>
            </a:r>
            <a:r>
              <a:rPr lang="en-US" sz="2400" dirty="0" err="1"/>
              <a:t>là</a:t>
            </a:r>
            <a:r>
              <a:rPr lang="en-US" sz="2400" dirty="0"/>
              <a:t> </a:t>
            </a:r>
            <a:r>
              <a:rPr lang="en-US" sz="2400" dirty="0" err="1"/>
              <a:t>bạn</a:t>
            </a:r>
            <a:r>
              <a:rPr lang="en-US" sz="2400" dirty="0"/>
              <a:t> </a:t>
            </a:r>
            <a:r>
              <a:rPr lang="en-US" sz="2400" dirty="0" err="1"/>
              <a:t>có</a:t>
            </a:r>
            <a:r>
              <a:rPr lang="en-US" sz="2400" dirty="0"/>
              <a:t> </a:t>
            </a:r>
            <a:r>
              <a:rPr lang="en-US" sz="2400" dirty="0" err="1"/>
              <a:t>muốn</a:t>
            </a:r>
            <a:r>
              <a:rPr lang="en-US" sz="2400" dirty="0"/>
              <a:t> </a:t>
            </a:r>
            <a:r>
              <a:rPr lang="en-US" sz="2400" dirty="0" err="1"/>
              <a:t>xóa</a:t>
            </a:r>
            <a:r>
              <a:rPr lang="en-US" sz="2400" dirty="0"/>
              <a:t> hay </a:t>
            </a:r>
            <a:r>
              <a:rPr lang="en-US" sz="2400" dirty="0" err="1"/>
              <a:t>không</a:t>
            </a:r>
            <a:r>
              <a:rPr lang="en-US" sz="2400" dirty="0"/>
              <a:t>, </a:t>
            </a:r>
            <a:r>
              <a:rPr lang="en-US" sz="2400" dirty="0" err="1"/>
              <a:t>nếu</a:t>
            </a:r>
            <a:r>
              <a:rPr lang="en-US" sz="2400" dirty="0"/>
              <a:t> </a:t>
            </a:r>
            <a:r>
              <a:rPr lang="en-US" sz="2400" dirty="0" err="1"/>
              <a:t>không</a:t>
            </a:r>
            <a:r>
              <a:rPr lang="en-US" sz="2400" dirty="0"/>
              <a:t> </a:t>
            </a:r>
            <a:r>
              <a:rPr lang="en-US" sz="2400" dirty="0" err="1"/>
              <a:t>thì</a:t>
            </a:r>
            <a:r>
              <a:rPr lang="en-US" sz="2400" dirty="0"/>
              <a:t> </a:t>
            </a:r>
            <a:r>
              <a:rPr lang="en-US" sz="2400" dirty="0" err="1"/>
              <a:t>sẽ</a:t>
            </a:r>
            <a:r>
              <a:rPr lang="en-US" sz="2400" dirty="0"/>
              <a:t> quay </a:t>
            </a:r>
            <a:r>
              <a:rPr lang="en-US" sz="2400" dirty="0" err="1"/>
              <a:t>trở</a:t>
            </a:r>
            <a:r>
              <a:rPr lang="en-US" sz="2400" dirty="0"/>
              <a:t> </a:t>
            </a:r>
            <a:r>
              <a:rPr lang="en-US" sz="2400" dirty="0" err="1"/>
              <a:t>lại</a:t>
            </a:r>
            <a:r>
              <a:rPr lang="en-US" sz="2400" dirty="0"/>
              <a:t> </a:t>
            </a:r>
            <a:r>
              <a:rPr lang="en-US" sz="2400" dirty="0" err="1"/>
              <a:t>với</a:t>
            </a:r>
            <a:r>
              <a:rPr lang="en-US" sz="2400" dirty="0"/>
              <a:t> </a:t>
            </a:r>
            <a:r>
              <a:rPr lang="en-US" sz="2400" dirty="0" err="1"/>
              <a:t>màn</a:t>
            </a:r>
            <a:r>
              <a:rPr lang="en-US" sz="2400" dirty="0"/>
              <a:t> </a:t>
            </a:r>
            <a:r>
              <a:rPr lang="en-US" sz="2400" dirty="0" err="1"/>
              <a:t>hình</a:t>
            </a:r>
            <a:r>
              <a:rPr lang="en-US" sz="2400" dirty="0"/>
              <a:t> </a:t>
            </a:r>
            <a:r>
              <a:rPr lang="en-US" sz="2400" dirty="0" err="1"/>
              <a:t>danh</a:t>
            </a:r>
            <a:r>
              <a:rPr lang="en-US" sz="2400" dirty="0"/>
              <a:t> </a:t>
            </a:r>
            <a:r>
              <a:rPr lang="en-US" sz="2400" dirty="0" err="1"/>
              <a:t>sách</a:t>
            </a:r>
            <a:r>
              <a:rPr lang="en-US" sz="2400" dirty="0"/>
              <a:t>, </a:t>
            </a:r>
            <a:r>
              <a:rPr lang="en-US" sz="2400" dirty="0" err="1"/>
              <a:t>còn</a:t>
            </a:r>
            <a:r>
              <a:rPr lang="en-US" sz="2400" dirty="0"/>
              <a:t> </a:t>
            </a:r>
            <a:r>
              <a:rPr lang="en-US" sz="2400" dirty="0" err="1"/>
              <a:t>nếu</a:t>
            </a:r>
            <a:r>
              <a:rPr lang="en-US" sz="2400" dirty="0"/>
              <a:t> </a:t>
            </a:r>
            <a:r>
              <a:rPr lang="en-US" sz="2400" dirty="0" err="1"/>
              <a:t>chọn</a:t>
            </a:r>
            <a:r>
              <a:rPr lang="en-US" sz="2400" dirty="0"/>
              <a:t> </a:t>
            </a:r>
            <a:r>
              <a:rPr lang="en-US" sz="2400" dirty="0" err="1"/>
              <a:t>có</a:t>
            </a:r>
            <a:r>
              <a:rPr lang="en-US" sz="2400" dirty="0"/>
              <a:t> </a:t>
            </a:r>
            <a:r>
              <a:rPr lang="en-US" sz="2400" dirty="0" err="1"/>
              <a:t>thì</a:t>
            </a:r>
            <a:r>
              <a:rPr lang="en-US" sz="2400" dirty="0"/>
              <a:t> </a:t>
            </a:r>
            <a:r>
              <a:rPr lang="en-US" sz="2400" dirty="0" err="1"/>
              <a:t>nhân</a:t>
            </a:r>
            <a:r>
              <a:rPr lang="en-US" sz="2400" dirty="0"/>
              <a:t> </a:t>
            </a:r>
            <a:r>
              <a:rPr lang="en-US" sz="2400" dirty="0" err="1"/>
              <a:t>viên</a:t>
            </a:r>
            <a:r>
              <a:rPr lang="en-US" sz="2400" dirty="0"/>
              <a:t> </a:t>
            </a:r>
            <a:r>
              <a:rPr lang="en-US" sz="2400" dirty="0" err="1"/>
              <a:t>đó</a:t>
            </a:r>
            <a:r>
              <a:rPr lang="en-US" sz="2400" dirty="0"/>
              <a:t> </a:t>
            </a:r>
            <a:r>
              <a:rPr lang="en-US" sz="2400" dirty="0" err="1"/>
              <a:t>sẽ</a:t>
            </a:r>
            <a:r>
              <a:rPr lang="en-US" sz="2400" dirty="0"/>
              <a:t> </a:t>
            </a:r>
            <a:r>
              <a:rPr lang="en-US" sz="2400" dirty="0" err="1"/>
              <a:t>bị</a:t>
            </a:r>
            <a:r>
              <a:rPr lang="en-US" sz="2400" dirty="0"/>
              <a:t> </a:t>
            </a:r>
            <a:r>
              <a:rPr lang="en-US" sz="2400" dirty="0" err="1"/>
              <a:t>xóa</a:t>
            </a:r>
            <a:r>
              <a:rPr lang="en-US" sz="2400" dirty="0"/>
              <a:t> </a:t>
            </a:r>
            <a:r>
              <a:rPr lang="en-US" sz="2400" dirty="0" err="1"/>
              <a:t>khỏi</a:t>
            </a:r>
            <a:r>
              <a:rPr lang="en-US" sz="2400" dirty="0"/>
              <a:t> </a:t>
            </a:r>
            <a:r>
              <a:rPr lang="en-US" sz="2400" dirty="0" err="1"/>
              <a:t>danh</a:t>
            </a:r>
            <a:r>
              <a:rPr lang="en-US" sz="2400" dirty="0"/>
              <a:t> </a:t>
            </a:r>
            <a:r>
              <a:rPr lang="en-US" sz="2400" dirty="0" err="1"/>
              <a:t>sách</a:t>
            </a:r>
            <a:r>
              <a:rPr lang="en-US" sz="2400" dirty="0"/>
              <a:t> </a:t>
            </a:r>
            <a:r>
              <a:rPr lang="en-US" sz="2400" dirty="0" err="1"/>
              <a:t>nhân</a:t>
            </a:r>
            <a:r>
              <a:rPr lang="en-US" sz="2400" dirty="0"/>
              <a:t> </a:t>
            </a:r>
            <a:r>
              <a:rPr lang="en-US" sz="2400" dirty="0" err="1"/>
              <a:t>viên</a:t>
            </a:r>
            <a:endParaRPr lang="en-US" sz="2400" dirty="0"/>
          </a:p>
        </p:txBody>
      </p:sp>
    </p:spTree>
    <p:extLst>
      <p:ext uri="{BB962C8B-B14F-4D97-AF65-F5344CB8AC3E}">
        <p14:creationId xmlns:p14="http://schemas.microsoft.com/office/powerpoint/2010/main" val="1550641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533400"/>
            <a:ext cx="7467600" cy="5940552"/>
          </a:xfrm>
        </p:spPr>
        <p:txBody>
          <a:bodyPr/>
          <a:lstStyle/>
          <a:p>
            <a:r>
              <a:rPr lang="en-US" dirty="0" err="1"/>
              <a:t>Thuận</a:t>
            </a:r>
            <a:r>
              <a:rPr lang="en-US" dirty="0"/>
              <a:t> </a:t>
            </a:r>
            <a:r>
              <a:rPr lang="en-US" dirty="0" err="1"/>
              <a:t>Lợi</a:t>
            </a:r>
            <a:endParaRPr lang="en-US" dirty="0"/>
          </a:p>
          <a:p>
            <a:pPr>
              <a:buFont typeface="Wingdings" pitchFamily="2" charset="2"/>
              <a:buChar char="Ø"/>
            </a:pPr>
            <a:r>
              <a:rPr lang="en-US" dirty="0" err="1"/>
              <a:t>Được</a:t>
            </a:r>
            <a:r>
              <a:rPr lang="en-US" dirty="0"/>
              <a:t> </a:t>
            </a:r>
            <a:r>
              <a:rPr lang="en-US" dirty="0" err="1"/>
              <a:t>sự</a:t>
            </a:r>
            <a:r>
              <a:rPr lang="en-US" dirty="0"/>
              <a:t> </a:t>
            </a:r>
            <a:r>
              <a:rPr lang="en-US" dirty="0" err="1"/>
              <a:t>hướng</a:t>
            </a:r>
            <a:r>
              <a:rPr lang="en-US" dirty="0"/>
              <a:t> </a:t>
            </a:r>
            <a:r>
              <a:rPr lang="en-US" dirty="0" err="1"/>
              <a:t>dẫn</a:t>
            </a:r>
            <a:r>
              <a:rPr lang="en-US" dirty="0"/>
              <a:t> </a:t>
            </a:r>
            <a:r>
              <a:rPr lang="en-US" dirty="0" err="1"/>
              <a:t>của</a:t>
            </a:r>
            <a:r>
              <a:rPr lang="en-US" dirty="0"/>
              <a:t> </a:t>
            </a:r>
            <a:r>
              <a:rPr lang="en-US" dirty="0" err="1"/>
              <a:t>thầy</a:t>
            </a:r>
            <a:endParaRPr lang="en-US" dirty="0"/>
          </a:p>
          <a:p>
            <a:pPr>
              <a:buFont typeface="Wingdings" pitchFamily="2" charset="2"/>
              <a:buChar char="Ø"/>
            </a:pPr>
            <a:r>
              <a:rPr lang="en-US" dirty="0" err="1"/>
              <a:t>Dễ</a:t>
            </a:r>
            <a:r>
              <a:rPr lang="en-US" dirty="0"/>
              <a:t> </a:t>
            </a:r>
            <a:r>
              <a:rPr lang="en-US" dirty="0" err="1"/>
              <a:t>dàng</a:t>
            </a:r>
            <a:r>
              <a:rPr lang="en-US" dirty="0"/>
              <a:t> </a:t>
            </a:r>
            <a:r>
              <a:rPr lang="en-US" dirty="0" err="1"/>
              <a:t>tìm</a:t>
            </a:r>
            <a:r>
              <a:rPr lang="en-US" dirty="0"/>
              <a:t> </a:t>
            </a:r>
            <a:r>
              <a:rPr lang="en-US" dirty="0" err="1"/>
              <a:t>kiếm</a:t>
            </a:r>
            <a:r>
              <a:rPr lang="en-US" dirty="0"/>
              <a:t> </a:t>
            </a:r>
            <a:r>
              <a:rPr lang="en-US" dirty="0" err="1"/>
              <a:t>trên</a:t>
            </a:r>
            <a:r>
              <a:rPr lang="en-US" dirty="0"/>
              <a:t> internet</a:t>
            </a:r>
          </a:p>
          <a:p>
            <a:pPr>
              <a:buFont typeface="Courier New" pitchFamily="49" charset="0"/>
              <a:buChar char="o"/>
            </a:pPr>
            <a:r>
              <a:rPr lang="en-US" dirty="0" err="1"/>
              <a:t>Khó</a:t>
            </a:r>
            <a:r>
              <a:rPr lang="en-US" dirty="0"/>
              <a:t> </a:t>
            </a:r>
            <a:r>
              <a:rPr lang="en-US" dirty="0" err="1"/>
              <a:t>Khăn</a:t>
            </a:r>
            <a:endParaRPr lang="en-US" dirty="0"/>
          </a:p>
          <a:p>
            <a:pPr>
              <a:buFont typeface="Wingdings" pitchFamily="2" charset="2"/>
              <a:buChar char="Ø"/>
            </a:pPr>
            <a:r>
              <a:rPr lang="en-US" dirty="0" err="1"/>
              <a:t>Thời</a:t>
            </a:r>
            <a:r>
              <a:rPr lang="en-US" dirty="0"/>
              <a:t> </a:t>
            </a:r>
            <a:r>
              <a:rPr lang="en-US" dirty="0" err="1"/>
              <a:t>gian</a:t>
            </a:r>
            <a:r>
              <a:rPr lang="en-US" dirty="0"/>
              <a:t> </a:t>
            </a:r>
            <a:r>
              <a:rPr lang="en-US" dirty="0" err="1"/>
              <a:t>của</a:t>
            </a:r>
            <a:r>
              <a:rPr lang="en-US" dirty="0"/>
              <a:t> </a:t>
            </a:r>
            <a:r>
              <a:rPr lang="en-US" dirty="0" err="1"/>
              <a:t>các</a:t>
            </a:r>
            <a:r>
              <a:rPr lang="en-US" dirty="0"/>
              <a:t> </a:t>
            </a:r>
            <a:r>
              <a:rPr lang="en-US" dirty="0" err="1"/>
              <a:t>thành</a:t>
            </a:r>
            <a:r>
              <a:rPr lang="en-US" dirty="0"/>
              <a:t> </a:t>
            </a:r>
            <a:r>
              <a:rPr lang="en-US" dirty="0" err="1"/>
              <a:t>viên</a:t>
            </a:r>
            <a:r>
              <a:rPr lang="en-US" dirty="0"/>
              <a:t> </a:t>
            </a:r>
            <a:r>
              <a:rPr lang="en-US" dirty="0" err="1"/>
              <a:t>trong</a:t>
            </a:r>
            <a:r>
              <a:rPr lang="en-US" dirty="0"/>
              <a:t> </a:t>
            </a:r>
            <a:r>
              <a:rPr lang="en-US" dirty="0" err="1"/>
              <a:t>nhóm</a:t>
            </a:r>
            <a:r>
              <a:rPr lang="en-US" dirty="0"/>
              <a:t> </a:t>
            </a:r>
            <a:r>
              <a:rPr lang="en-US" dirty="0" err="1"/>
              <a:t>khác</a:t>
            </a:r>
            <a:r>
              <a:rPr lang="en-US" dirty="0"/>
              <a:t> </a:t>
            </a:r>
            <a:r>
              <a:rPr lang="en-US" dirty="0" err="1"/>
              <a:t>nhau</a:t>
            </a:r>
            <a:r>
              <a:rPr lang="en-US" dirty="0"/>
              <a:t> </a:t>
            </a:r>
            <a:r>
              <a:rPr lang="en-US" dirty="0" err="1"/>
              <a:t>nên</a:t>
            </a:r>
            <a:r>
              <a:rPr lang="en-US" dirty="0"/>
              <a:t> </a:t>
            </a:r>
            <a:r>
              <a:rPr lang="en-US" dirty="0" err="1"/>
              <a:t>rất</a:t>
            </a:r>
            <a:r>
              <a:rPr lang="en-US" dirty="0"/>
              <a:t> </a:t>
            </a:r>
            <a:r>
              <a:rPr lang="en-US" dirty="0" err="1"/>
              <a:t>khó</a:t>
            </a:r>
            <a:r>
              <a:rPr lang="en-US" dirty="0"/>
              <a:t> </a:t>
            </a:r>
            <a:r>
              <a:rPr lang="en-US" dirty="0" err="1"/>
              <a:t>họp</a:t>
            </a:r>
            <a:r>
              <a:rPr lang="en-US" dirty="0"/>
              <a:t> </a:t>
            </a:r>
            <a:r>
              <a:rPr lang="en-US" dirty="0" err="1"/>
              <a:t>nhóm</a:t>
            </a:r>
            <a:r>
              <a:rPr lang="en-US" dirty="0"/>
              <a:t> </a:t>
            </a:r>
            <a:r>
              <a:rPr lang="en-US" dirty="0" err="1"/>
              <a:t>để</a:t>
            </a:r>
            <a:r>
              <a:rPr lang="en-US" dirty="0"/>
              <a:t> </a:t>
            </a:r>
            <a:r>
              <a:rPr lang="en-US" dirty="0" err="1"/>
              <a:t>thống</a:t>
            </a:r>
            <a:r>
              <a:rPr lang="en-US" dirty="0"/>
              <a:t> </a:t>
            </a:r>
            <a:r>
              <a:rPr lang="en-US" dirty="0" err="1"/>
              <a:t>nhất</a:t>
            </a:r>
            <a:r>
              <a:rPr lang="en-US" dirty="0"/>
              <a:t> .</a:t>
            </a:r>
          </a:p>
          <a:p>
            <a:pPr>
              <a:buFont typeface="Wingdings" pitchFamily="2" charset="2"/>
              <a:buChar char="Ø"/>
            </a:pPr>
            <a:r>
              <a:rPr lang="en-US" dirty="0" err="1"/>
              <a:t>Các</a:t>
            </a:r>
            <a:r>
              <a:rPr lang="en-US" dirty="0"/>
              <a:t> </a:t>
            </a:r>
            <a:r>
              <a:rPr lang="en-US" dirty="0" err="1"/>
              <a:t>thành</a:t>
            </a:r>
            <a:r>
              <a:rPr lang="en-US" dirty="0"/>
              <a:t> </a:t>
            </a:r>
            <a:r>
              <a:rPr lang="en-US" dirty="0" err="1"/>
              <a:t>viên</a:t>
            </a:r>
            <a:r>
              <a:rPr lang="en-US" dirty="0"/>
              <a:t> </a:t>
            </a:r>
            <a:r>
              <a:rPr lang="en-US" dirty="0" err="1"/>
              <a:t>còn</a:t>
            </a:r>
            <a:r>
              <a:rPr lang="en-US" dirty="0"/>
              <a:t> </a:t>
            </a:r>
            <a:r>
              <a:rPr lang="en-US" dirty="0" err="1"/>
              <a:t>bận</a:t>
            </a:r>
            <a:r>
              <a:rPr lang="en-US" dirty="0"/>
              <a:t> </a:t>
            </a:r>
            <a:r>
              <a:rPr lang="en-US" dirty="0" err="1"/>
              <a:t>làm</a:t>
            </a:r>
            <a:r>
              <a:rPr lang="en-US" dirty="0"/>
              <a:t> </a:t>
            </a:r>
            <a:r>
              <a:rPr lang="en-US" dirty="0" err="1"/>
              <a:t>các</a:t>
            </a:r>
            <a:r>
              <a:rPr lang="en-US" dirty="0"/>
              <a:t> </a:t>
            </a:r>
            <a:r>
              <a:rPr lang="en-US" dirty="0" err="1"/>
              <a:t>đồ</a:t>
            </a:r>
            <a:r>
              <a:rPr lang="en-US" dirty="0"/>
              <a:t> </a:t>
            </a:r>
            <a:r>
              <a:rPr lang="en-US" dirty="0" err="1"/>
              <a:t>án</a:t>
            </a:r>
            <a:r>
              <a:rPr lang="en-US" dirty="0"/>
              <a:t> </a:t>
            </a:r>
            <a:r>
              <a:rPr lang="en-US" dirty="0" err="1"/>
              <a:t>khác</a:t>
            </a:r>
            <a:r>
              <a:rPr lang="en-US" dirty="0"/>
              <a:t> </a:t>
            </a:r>
            <a:r>
              <a:rPr lang="en-US" dirty="0" err="1"/>
              <a:t>và</a:t>
            </a:r>
            <a:r>
              <a:rPr lang="en-US" dirty="0"/>
              <a:t> </a:t>
            </a:r>
            <a:r>
              <a:rPr lang="en-US" dirty="0" err="1"/>
              <a:t>thi</a:t>
            </a:r>
            <a:r>
              <a:rPr lang="en-US" dirty="0"/>
              <a:t> </a:t>
            </a:r>
            <a:r>
              <a:rPr lang="en-US" dirty="0" err="1"/>
              <a:t>một</a:t>
            </a:r>
            <a:r>
              <a:rPr lang="en-US" dirty="0"/>
              <a:t> </a:t>
            </a:r>
            <a:r>
              <a:rPr lang="en-US" dirty="0" err="1"/>
              <a:t>số</a:t>
            </a:r>
            <a:r>
              <a:rPr lang="en-US" dirty="0"/>
              <a:t> </a:t>
            </a:r>
            <a:r>
              <a:rPr lang="en-US" dirty="0" err="1"/>
              <a:t>môn</a:t>
            </a:r>
            <a:r>
              <a:rPr lang="en-US" dirty="0"/>
              <a:t> </a:t>
            </a:r>
            <a:r>
              <a:rPr lang="en-US" dirty="0" err="1"/>
              <a:t>nên</a:t>
            </a:r>
            <a:r>
              <a:rPr lang="en-US" dirty="0"/>
              <a:t> </a:t>
            </a:r>
            <a:r>
              <a:rPr lang="en-US" dirty="0" err="1"/>
              <a:t>thời</a:t>
            </a:r>
            <a:r>
              <a:rPr lang="en-US" dirty="0"/>
              <a:t> </a:t>
            </a:r>
            <a:r>
              <a:rPr lang="en-US" dirty="0" err="1"/>
              <a:t>gian</a:t>
            </a:r>
            <a:r>
              <a:rPr lang="en-US" dirty="0"/>
              <a:t> </a:t>
            </a:r>
            <a:r>
              <a:rPr lang="en-US" dirty="0" err="1"/>
              <a:t>làm</a:t>
            </a:r>
            <a:r>
              <a:rPr lang="en-US" dirty="0"/>
              <a:t> </a:t>
            </a:r>
            <a:r>
              <a:rPr lang="en-US" dirty="0" err="1"/>
              <a:t>còn</a:t>
            </a:r>
            <a:r>
              <a:rPr lang="en-US" dirty="0"/>
              <a:t> </a:t>
            </a:r>
            <a:r>
              <a:rPr lang="en-US" dirty="0" err="1"/>
              <a:t>hạn</a:t>
            </a:r>
            <a:r>
              <a:rPr lang="en-US" dirty="0"/>
              <a:t> </a:t>
            </a:r>
            <a:r>
              <a:rPr lang="en-US" dirty="0" err="1"/>
              <a:t>chế</a:t>
            </a:r>
            <a:r>
              <a:rPr lang="en-US" dirty="0"/>
              <a:t>.</a:t>
            </a:r>
          </a:p>
          <a:p>
            <a:pPr>
              <a:buFont typeface="Wingdings" pitchFamily="2" charset="2"/>
              <a:buChar char="Ø"/>
            </a:pPr>
            <a:r>
              <a:rPr lang="en-US" dirty="0" err="1"/>
              <a:t>Việc</a:t>
            </a:r>
            <a:r>
              <a:rPr lang="en-US" dirty="0"/>
              <a:t> </a:t>
            </a:r>
            <a:r>
              <a:rPr lang="en-US" dirty="0" err="1"/>
              <a:t>ráp</a:t>
            </a:r>
            <a:r>
              <a:rPr lang="en-US" dirty="0"/>
              <a:t> </a:t>
            </a:r>
            <a:r>
              <a:rPr lang="en-US" dirty="0" err="1"/>
              <a:t>các</a:t>
            </a:r>
            <a:r>
              <a:rPr lang="en-US" dirty="0"/>
              <a:t> </a:t>
            </a:r>
            <a:r>
              <a:rPr lang="en-US" dirty="0" err="1"/>
              <a:t>chức</a:t>
            </a:r>
            <a:r>
              <a:rPr lang="en-US" dirty="0"/>
              <a:t> </a:t>
            </a:r>
            <a:r>
              <a:rPr lang="en-US" dirty="0" err="1"/>
              <a:t>năng</a:t>
            </a:r>
            <a:r>
              <a:rPr lang="en-US" dirty="0"/>
              <a:t> </a:t>
            </a:r>
            <a:r>
              <a:rPr lang="en-US" dirty="0" err="1"/>
              <a:t>thường</a:t>
            </a:r>
            <a:r>
              <a:rPr lang="en-US" dirty="0"/>
              <a:t> </a:t>
            </a:r>
            <a:r>
              <a:rPr lang="en-US" dirty="0" err="1"/>
              <a:t>gặp</a:t>
            </a:r>
            <a:r>
              <a:rPr lang="en-US" dirty="0"/>
              <a:t> </a:t>
            </a:r>
            <a:r>
              <a:rPr lang="en-US" dirty="0" err="1"/>
              <a:t>lỗi</a:t>
            </a:r>
            <a:r>
              <a:rPr lang="en-US" dirty="0"/>
              <a:t>.</a:t>
            </a:r>
          </a:p>
          <a:p>
            <a:pPr>
              <a:buFont typeface="Wingdings" pitchFamily="2" charset="2"/>
              <a:buChar char="§"/>
            </a:pPr>
            <a:r>
              <a:rPr lang="en-US" dirty="0" err="1"/>
              <a:t>Kinh</a:t>
            </a:r>
            <a:r>
              <a:rPr lang="en-US" dirty="0"/>
              <a:t> </a:t>
            </a:r>
            <a:r>
              <a:rPr lang="en-US" dirty="0" err="1"/>
              <a:t>nghiệm</a:t>
            </a:r>
            <a:r>
              <a:rPr lang="en-US" dirty="0"/>
              <a:t> </a:t>
            </a:r>
            <a:r>
              <a:rPr lang="en-US" dirty="0" err="1"/>
              <a:t>rút</a:t>
            </a:r>
            <a:r>
              <a:rPr lang="en-US" dirty="0"/>
              <a:t> </a:t>
            </a:r>
            <a:r>
              <a:rPr lang="en-US" dirty="0" err="1"/>
              <a:t>ra</a:t>
            </a:r>
            <a:r>
              <a:rPr lang="en-US" dirty="0"/>
              <a:t> .</a:t>
            </a:r>
          </a:p>
          <a:p>
            <a:pPr>
              <a:buFont typeface="Wingdings" pitchFamily="2" charset="2"/>
              <a:buChar char="ü"/>
            </a:pPr>
            <a:r>
              <a:rPr lang="en-US" dirty="0" err="1"/>
              <a:t>Học</a:t>
            </a:r>
            <a:r>
              <a:rPr lang="en-US" dirty="0"/>
              <a:t> </a:t>
            </a:r>
            <a:r>
              <a:rPr lang="en-US" dirty="0" err="1"/>
              <a:t>được</a:t>
            </a:r>
            <a:r>
              <a:rPr lang="en-US" dirty="0"/>
              <a:t> </a:t>
            </a:r>
            <a:r>
              <a:rPr lang="en-US" dirty="0" err="1"/>
              <a:t>khả</a:t>
            </a:r>
            <a:r>
              <a:rPr lang="en-US" dirty="0"/>
              <a:t> </a:t>
            </a:r>
            <a:r>
              <a:rPr lang="en-US" dirty="0" err="1"/>
              <a:t>năng</a:t>
            </a:r>
            <a:r>
              <a:rPr lang="en-US" dirty="0"/>
              <a:t> </a:t>
            </a:r>
            <a:r>
              <a:rPr lang="en-US" dirty="0" err="1"/>
              <a:t>làm</a:t>
            </a:r>
            <a:r>
              <a:rPr lang="en-US" dirty="0"/>
              <a:t> </a:t>
            </a:r>
            <a:r>
              <a:rPr lang="en-US" dirty="0" err="1"/>
              <a:t>việc</a:t>
            </a:r>
            <a:r>
              <a:rPr lang="en-US" dirty="0"/>
              <a:t> </a:t>
            </a:r>
            <a:r>
              <a:rPr lang="en-US" dirty="0" err="1"/>
              <a:t>nhóm</a:t>
            </a:r>
            <a:r>
              <a:rPr lang="en-US" dirty="0"/>
              <a:t>.</a:t>
            </a:r>
          </a:p>
          <a:p>
            <a:pPr>
              <a:buFont typeface="Wingdings" pitchFamily="2" charset="2"/>
              <a:buChar char="ü"/>
            </a:pPr>
            <a:r>
              <a:rPr lang="en-US" dirty="0" err="1"/>
              <a:t>Kiểm</a:t>
            </a:r>
            <a:r>
              <a:rPr lang="en-US" dirty="0"/>
              <a:t> </a:t>
            </a:r>
            <a:r>
              <a:rPr lang="en-US" dirty="0" err="1"/>
              <a:t>xoát</a:t>
            </a:r>
            <a:r>
              <a:rPr lang="en-US" dirty="0"/>
              <a:t> </a:t>
            </a:r>
            <a:r>
              <a:rPr lang="en-US" dirty="0" err="1"/>
              <a:t>thời</a:t>
            </a:r>
            <a:r>
              <a:rPr lang="en-US" dirty="0"/>
              <a:t> </a:t>
            </a:r>
            <a:r>
              <a:rPr lang="en-US" dirty="0" err="1"/>
              <a:t>gian</a:t>
            </a:r>
            <a:r>
              <a:rPr lang="en-US" dirty="0"/>
              <a:t> </a:t>
            </a:r>
            <a:r>
              <a:rPr lang="en-US" dirty="0" err="1"/>
              <a:t>làm</a:t>
            </a:r>
            <a:r>
              <a:rPr lang="en-US" dirty="0"/>
              <a:t> </a:t>
            </a:r>
            <a:r>
              <a:rPr lang="en-US" dirty="0" err="1"/>
              <a:t>việc</a:t>
            </a:r>
            <a:r>
              <a:rPr lang="en-US" dirty="0"/>
              <a:t>.</a:t>
            </a:r>
          </a:p>
          <a:p>
            <a:pPr>
              <a:buFont typeface="Wingdings" pitchFamily="2" charset="2"/>
              <a:buChar char="Ø"/>
            </a:pPr>
            <a:endParaRPr lang="en-US" dirty="0"/>
          </a:p>
          <a:p>
            <a:pPr>
              <a:buFont typeface="Wingdings" pitchFamily="2" charset="2"/>
              <a:buChar char="Ø"/>
            </a:pPr>
            <a:endParaRPr lang="en-US" dirty="0"/>
          </a:p>
        </p:txBody>
      </p:sp>
      <p:sp>
        <p:nvSpPr>
          <p:cNvPr id="4" name="Date Placeholder 3"/>
          <p:cNvSpPr>
            <a:spLocks noGrp="1"/>
          </p:cNvSpPr>
          <p:nvPr>
            <p:ph type="dt" sz="half" idx="14"/>
          </p:nvPr>
        </p:nvSpPr>
        <p:spPr/>
        <p:txBody>
          <a:bodyPr/>
          <a:lstStyle/>
          <a:p>
            <a:pPr algn="r" eaLnBrk="1" latinLnBrk="0" hangingPunct="1"/>
            <a:fld id="{B2E7D6A1-F20D-4329-A79B-A3E0C8244C8D}" type="datetime1">
              <a:rPr lang="en-US" smtClean="0"/>
              <a:t>5/22/2019</a:t>
            </a:fld>
            <a:endParaRPr lang="en-US"/>
          </a:p>
        </p:txBody>
      </p:sp>
      <p:sp>
        <p:nvSpPr>
          <p:cNvPr id="5" name="Slide Number Placeholder 4"/>
          <p:cNvSpPr>
            <a:spLocks noGrp="1"/>
          </p:cNvSpPr>
          <p:nvPr>
            <p:ph type="sldNum" sz="quarter" idx="15"/>
          </p:nvPr>
        </p:nvSpPr>
        <p:spPr/>
        <p:txBody>
          <a:bodyPr/>
          <a:lstStyle/>
          <a:p>
            <a:pPr algn="ctr" eaLnBrk="1" latinLnBrk="0" hangingPunct="1"/>
            <a:fld id="{2BBB5E19-F10A-4C2F-BF6F-11C513378A2E}" type="slidenum">
              <a:rPr kumimoji="0" lang="en-US" smtClean="0"/>
              <a:pPr algn="ctr" eaLnBrk="1" latinLnBrk="0" hangingPunct="1"/>
              <a:t>15</a:t>
            </a:fld>
            <a:endParaRPr kumimoji="0" lang="en-US"/>
          </a:p>
        </p:txBody>
      </p:sp>
      <p:sp>
        <p:nvSpPr>
          <p:cNvPr id="6" name="Footer Placeholder 5"/>
          <p:cNvSpPr>
            <a:spLocks noGrp="1"/>
          </p:cNvSpPr>
          <p:nvPr>
            <p:ph type="ftr" sz="quarter" idx="16"/>
          </p:nvPr>
        </p:nvSpPr>
        <p:spPr/>
        <p:txBody>
          <a:bodyPr/>
          <a:lstStyle/>
          <a:p>
            <a:r>
              <a:rPr kumimoji="0" lang="en-US"/>
              <a:t>NHÓM 9</a:t>
            </a:r>
          </a:p>
        </p:txBody>
      </p:sp>
    </p:spTree>
    <p:extLst>
      <p:ext uri="{BB962C8B-B14F-4D97-AF65-F5344CB8AC3E}">
        <p14:creationId xmlns:p14="http://schemas.microsoft.com/office/powerpoint/2010/main" val="2039306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914400" y="1143000"/>
            <a:ext cx="7315200" cy="4800599"/>
          </a:xfrm>
        </p:spPr>
      </p:pic>
      <p:sp>
        <p:nvSpPr>
          <p:cNvPr id="4" name="Date Placeholder 3"/>
          <p:cNvSpPr>
            <a:spLocks noGrp="1"/>
          </p:cNvSpPr>
          <p:nvPr>
            <p:ph type="dt" sz="half" idx="14"/>
          </p:nvPr>
        </p:nvSpPr>
        <p:spPr/>
        <p:txBody>
          <a:bodyPr/>
          <a:lstStyle/>
          <a:p>
            <a:pPr algn="r" eaLnBrk="1" latinLnBrk="0" hangingPunct="1"/>
            <a:fld id="{B2E7D6A1-F20D-4329-A79B-A3E0C8244C8D}" type="datetime1">
              <a:rPr lang="en-US" smtClean="0"/>
              <a:t>5/22/2019</a:t>
            </a:fld>
            <a:endParaRPr lang="en-US"/>
          </a:p>
        </p:txBody>
      </p:sp>
      <p:sp>
        <p:nvSpPr>
          <p:cNvPr id="5" name="Slide Number Placeholder 4"/>
          <p:cNvSpPr>
            <a:spLocks noGrp="1"/>
          </p:cNvSpPr>
          <p:nvPr>
            <p:ph type="sldNum" sz="quarter" idx="15"/>
          </p:nvPr>
        </p:nvSpPr>
        <p:spPr/>
        <p:txBody>
          <a:bodyPr/>
          <a:lstStyle/>
          <a:p>
            <a:pPr algn="ctr" eaLnBrk="1" latinLnBrk="0" hangingPunct="1"/>
            <a:fld id="{2BBB5E19-F10A-4C2F-BF6F-11C513378A2E}" type="slidenum">
              <a:rPr kumimoji="0" lang="en-US" smtClean="0"/>
              <a:pPr algn="ctr" eaLnBrk="1" latinLnBrk="0" hangingPunct="1"/>
              <a:t>16</a:t>
            </a:fld>
            <a:endParaRPr kumimoji="0" lang="en-US"/>
          </a:p>
        </p:txBody>
      </p:sp>
      <p:sp>
        <p:nvSpPr>
          <p:cNvPr id="6" name="Footer Placeholder 5"/>
          <p:cNvSpPr>
            <a:spLocks noGrp="1"/>
          </p:cNvSpPr>
          <p:nvPr>
            <p:ph type="ftr" sz="quarter" idx="16"/>
          </p:nvPr>
        </p:nvSpPr>
        <p:spPr/>
        <p:txBody>
          <a:bodyPr/>
          <a:lstStyle/>
          <a:p>
            <a:r>
              <a:rPr kumimoji="0" lang="en-US"/>
              <a:t>NHÓM 9</a:t>
            </a:r>
          </a:p>
        </p:txBody>
      </p:sp>
    </p:spTree>
    <p:extLst>
      <p:ext uri="{BB962C8B-B14F-4D97-AF65-F5344CB8AC3E}">
        <p14:creationId xmlns:p14="http://schemas.microsoft.com/office/powerpoint/2010/main" val="16168898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196</TotalTime>
  <Words>802</Words>
  <Application>Microsoft Office PowerPoint</Application>
  <PresentationFormat>On-screen Show (4:3)</PresentationFormat>
  <Paragraphs>101</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Calibri</vt:lpstr>
      <vt:lpstr>Century Schoolbook</vt:lpstr>
      <vt:lpstr>Courier New</vt:lpstr>
      <vt:lpstr>Times New Roman</vt:lpstr>
      <vt:lpstr>Wingdings</vt:lpstr>
      <vt:lpstr>Wingdings 2</vt:lpstr>
      <vt:lpstr>Oriel</vt:lpstr>
      <vt:lpstr>NHÓM 9</vt:lpstr>
      <vt:lpstr>Đề tài: quản lý nhân viên</vt:lpstr>
      <vt:lpstr>Đề tài: quản lý nhân viên</vt:lpstr>
      <vt:lpstr>Đề tài: quản lý nhân viên</vt:lpstr>
      <vt:lpstr>PowerPoint Presentation</vt:lpstr>
      <vt:lpstr>PowerPoint Presentation</vt:lpstr>
      <vt:lpstr>PowerPoint Presentation</vt:lpstr>
      <vt:lpstr>PowerPoint Presentation</vt:lpstr>
      <vt:lpstr>1 đầu tiên là trang HOME ,giới thiệu sơ qua về menu coffee của quán</vt:lpstr>
      <vt:lpstr>2. Đây là một menu quản lý nhân viên</vt:lpstr>
      <vt:lpstr>3. Hiển thị CSDL lên listview </vt:lpstr>
      <vt:lpstr>4. Màn hình thêm nhân viên </vt:lpstr>
      <vt:lpstr>5. Màn hình cập nhật nhân viên</vt:lpstr>
      <vt:lpstr>6. Màn hình xóa nhân viên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NHÓM 9</dc:title>
  <dc:creator>B002B</dc:creator>
  <cp:lastModifiedBy>Son Nguyen</cp:lastModifiedBy>
  <cp:revision>27</cp:revision>
  <dcterms:created xsi:type="dcterms:W3CDTF">2019-05-21T06:04:38Z</dcterms:created>
  <dcterms:modified xsi:type="dcterms:W3CDTF">2019-05-22T07:00:23Z</dcterms:modified>
</cp:coreProperties>
</file>